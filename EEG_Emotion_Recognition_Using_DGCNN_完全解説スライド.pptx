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和之 吉川" userId="00bda2e2763095d7" providerId="LiveId" clId="{8DF3051F-AFC8-4A19-98C9-131D1155AB64}"/>
    <pc:docChg chg="undo redo custSel modSld">
      <pc:chgData name="和之 吉川" userId="00bda2e2763095d7" providerId="LiveId" clId="{8DF3051F-AFC8-4A19-98C9-131D1155AB64}" dt="2026-04-17T15:01:48.466" v="100" actId="2711"/>
      <pc:docMkLst>
        <pc:docMk/>
      </pc:docMkLst>
      <pc:sldChg chg="modSp mod">
        <pc:chgData name="和之 吉川" userId="00bda2e2763095d7" providerId="LiveId" clId="{8DF3051F-AFC8-4A19-98C9-131D1155AB64}" dt="2026-04-17T14:46:54.357" v="32" actId="1076"/>
        <pc:sldMkLst>
          <pc:docMk/>
          <pc:sldMk cId="0" sldId="256"/>
        </pc:sldMkLst>
        <pc:spChg chg="mod">
          <ac:chgData name="和之 吉川" userId="00bda2e2763095d7" providerId="LiveId" clId="{8DF3051F-AFC8-4A19-98C9-131D1155AB64}" dt="2026-04-17T14:45:57.922" v="2" actId="1076"/>
          <ac:spMkLst>
            <pc:docMk/>
            <pc:sldMk cId="0" sldId="256"/>
            <ac:spMk id="4" creationId="{00000000-0000-0000-0000-000000000000}"/>
          </ac:spMkLst>
        </pc:spChg>
        <pc:spChg chg="mod">
          <ac:chgData name="和之 吉川" userId="00bda2e2763095d7" providerId="LiveId" clId="{8DF3051F-AFC8-4A19-98C9-131D1155AB64}" dt="2026-04-17T14:45:55.373" v="1" actId="14100"/>
          <ac:spMkLst>
            <pc:docMk/>
            <pc:sldMk cId="0" sldId="256"/>
            <ac:spMk id="5" creationId="{00000000-0000-0000-0000-000000000000}"/>
          </ac:spMkLst>
        </pc:spChg>
        <pc:spChg chg="mod">
          <ac:chgData name="和之 吉川" userId="00bda2e2763095d7" providerId="LiveId" clId="{8DF3051F-AFC8-4A19-98C9-131D1155AB64}" dt="2026-04-17T14:45:49.167" v="0" actId="2711"/>
          <ac:spMkLst>
            <pc:docMk/>
            <pc:sldMk cId="0" sldId="256"/>
            <ac:spMk id="6" creationId="{00000000-0000-0000-0000-000000000000}"/>
          </ac:spMkLst>
        </pc:spChg>
        <pc:spChg chg="mod">
          <ac:chgData name="和之 吉川" userId="00bda2e2763095d7" providerId="LiveId" clId="{8DF3051F-AFC8-4A19-98C9-131D1155AB64}" dt="2026-04-17T14:46:02.827" v="3" actId="1076"/>
          <ac:spMkLst>
            <pc:docMk/>
            <pc:sldMk cId="0" sldId="256"/>
            <ac:spMk id="7" creationId="{00000000-0000-0000-0000-000000000000}"/>
          </ac:spMkLst>
        </pc:spChg>
        <pc:spChg chg="mod">
          <ac:chgData name="和之 吉川" userId="00bda2e2763095d7" providerId="LiveId" clId="{8DF3051F-AFC8-4A19-98C9-131D1155AB64}" dt="2026-04-17T14:45:49.167" v="0" actId="2711"/>
          <ac:spMkLst>
            <pc:docMk/>
            <pc:sldMk cId="0" sldId="256"/>
            <ac:spMk id="9" creationId="{00000000-0000-0000-0000-000000000000}"/>
          </ac:spMkLst>
        </pc:spChg>
        <pc:spChg chg="mod">
          <ac:chgData name="和之 吉川" userId="00bda2e2763095d7" providerId="LiveId" clId="{8DF3051F-AFC8-4A19-98C9-131D1155AB64}" dt="2026-04-17T14:46:54.357" v="32" actId="1076"/>
          <ac:spMkLst>
            <pc:docMk/>
            <pc:sldMk cId="0" sldId="256"/>
            <ac:spMk id="11" creationId="{00000000-0000-0000-0000-000000000000}"/>
          </ac:spMkLst>
        </pc:spChg>
      </pc:sldChg>
      <pc:sldChg chg="modSp mod">
        <pc:chgData name="和之 吉川" userId="00bda2e2763095d7" providerId="LiveId" clId="{8DF3051F-AFC8-4A19-98C9-131D1155AB64}" dt="2026-04-17T14:47:19.916" v="34" actId="2711"/>
        <pc:sldMkLst>
          <pc:docMk/>
          <pc:sldMk cId="0" sldId="257"/>
        </pc:sldMkLst>
        <pc:spChg chg="mod">
          <ac:chgData name="和之 吉川" userId="00bda2e2763095d7" providerId="LiveId" clId="{8DF3051F-AFC8-4A19-98C9-131D1155AB64}" dt="2026-04-17T14:46:55.827" v="33" actId="2711"/>
          <ac:spMkLst>
            <pc:docMk/>
            <pc:sldMk cId="0" sldId="257"/>
            <ac:spMk id="4" creationId="{00000000-0000-0000-0000-000000000000}"/>
          </ac:spMkLst>
        </pc:spChg>
        <pc:spChg chg="mod">
          <ac:chgData name="和之 吉川" userId="00bda2e2763095d7" providerId="LiveId" clId="{8DF3051F-AFC8-4A19-98C9-131D1155AB64}" dt="2026-04-17T14:47:19.916" v="34" actId="2711"/>
          <ac:spMkLst>
            <pc:docMk/>
            <pc:sldMk cId="0" sldId="257"/>
            <ac:spMk id="5" creationId="{00000000-0000-0000-0000-000000000000}"/>
          </ac:spMkLst>
        </pc:spChg>
        <pc:spChg chg="mod">
          <ac:chgData name="和之 吉川" userId="00bda2e2763095d7" providerId="LiveId" clId="{8DF3051F-AFC8-4A19-98C9-131D1155AB64}" dt="2026-04-17T14:46:55.827" v="33" actId="2711"/>
          <ac:spMkLst>
            <pc:docMk/>
            <pc:sldMk cId="0" sldId="257"/>
            <ac:spMk id="6" creationId="{00000000-0000-0000-0000-000000000000}"/>
          </ac:spMkLst>
        </pc:spChg>
        <pc:spChg chg="mod">
          <ac:chgData name="和之 吉川" userId="00bda2e2763095d7" providerId="LiveId" clId="{8DF3051F-AFC8-4A19-98C9-131D1155AB64}" dt="2026-04-17T14:46:55.827" v="33" actId="2711"/>
          <ac:spMkLst>
            <pc:docMk/>
            <pc:sldMk cId="0" sldId="257"/>
            <ac:spMk id="7" creationId="{00000000-0000-0000-0000-000000000000}"/>
          </ac:spMkLst>
        </pc:spChg>
        <pc:spChg chg="mod">
          <ac:chgData name="和之 吉川" userId="00bda2e2763095d7" providerId="LiveId" clId="{8DF3051F-AFC8-4A19-98C9-131D1155AB64}" dt="2026-04-17T14:47:19.916" v="34" actId="2711"/>
          <ac:spMkLst>
            <pc:docMk/>
            <pc:sldMk cId="0" sldId="257"/>
            <ac:spMk id="8" creationId="{00000000-0000-0000-0000-000000000000}"/>
          </ac:spMkLst>
        </pc:spChg>
        <pc:spChg chg="mod">
          <ac:chgData name="和之 吉川" userId="00bda2e2763095d7" providerId="LiveId" clId="{8DF3051F-AFC8-4A19-98C9-131D1155AB64}" dt="2026-04-17T14:47:19.916" v="34" actId="2711"/>
          <ac:spMkLst>
            <pc:docMk/>
            <pc:sldMk cId="0" sldId="257"/>
            <ac:spMk id="9" creationId="{00000000-0000-0000-0000-000000000000}"/>
          </ac:spMkLst>
        </pc:spChg>
        <pc:spChg chg="mod">
          <ac:chgData name="和之 吉川" userId="00bda2e2763095d7" providerId="LiveId" clId="{8DF3051F-AFC8-4A19-98C9-131D1155AB64}" dt="2026-04-17T14:46:55.827" v="33" actId="2711"/>
          <ac:spMkLst>
            <pc:docMk/>
            <pc:sldMk cId="0" sldId="257"/>
            <ac:spMk id="10" creationId="{00000000-0000-0000-0000-000000000000}"/>
          </ac:spMkLst>
        </pc:spChg>
        <pc:spChg chg="mod">
          <ac:chgData name="和之 吉川" userId="00bda2e2763095d7" providerId="LiveId" clId="{8DF3051F-AFC8-4A19-98C9-131D1155AB64}" dt="2026-04-17T14:46:55.827" v="33" actId="2711"/>
          <ac:spMkLst>
            <pc:docMk/>
            <pc:sldMk cId="0" sldId="257"/>
            <ac:spMk id="16" creationId="{00000000-0000-0000-0000-000000000000}"/>
          </ac:spMkLst>
        </pc:spChg>
        <pc:spChg chg="mod">
          <ac:chgData name="和之 吉川" userId="00bda2e2763095d7" providerId="LiveId" clId="{8DF3051F-AFC8-4A19-98C9-131D1155AB64}" dt="2026-04-17T14:47:19.916" v="34" actId="2711"/>
          <ac:spMkLst>
            <pc:docMk/>
            <pc:sldMk cId="0" sldId="257"/>
            <ac:spMk id="17" creationId="{00000000-0000-0000-0000-000000000000}"/>
          </ac:spMkLst>
        </pc:spChg>
        <pc:spChg chg="mod">
          <ac:chgData name="和之 吉川" userId="00bda2e2763095d7" providerId="LiveId" clId="{8DF3051F-AFC8-4A19-98C9-131D1155AB64}" dt="2026-04-17T14:47:19.916" v="34" actId="2711"/>
          <ac:spMkLst>
            <pc:docMk/>
            <pc:sldMk cId="0" sldId="257"/>
            <ac:spMk id="20" creationId="{00000000-0000-0000-0000-000000000000}"/>
          </ac:spMkLst>
        </pc:spChg>
        <pc:spChg chg="mod">
          <ac:chgData name="和之 吉川" userId="00bda2e2763095d7" providerId="LiveId" clId="{8DF3051F-AFC8-4A19-98C9-131D1155AB64}" dt="2026-04-17T14:47:19.916" v="34" actId="2711"/>
          <ac:spMkLst>
            <pc:docMk/>
            <pc:sldMk cId="0" sldId="257"/>
            <ac:spMk id="21" creationId="{00000000-0000-0000-0000-000000000000}"/>
          </ac:spMkLst>
        </pc:spChg>
        <pc:spChg chg="mod">
          <ac:chgData name="和之 吉川" userId="00bda2e2763095d7" providerId="LiveId" clId="{8DF3051F-AFC8-4A19-98C9-131D1155AB64}" dt="2026-04-17T14:47:19.916" v="34" actId="2711"/>
          <ac:spMkLst>
            <pc:docMk/>
            <pc:sldMk cId="0" sldId="257"/>
            <ac:spMk id="22" creationId="{00000000-0000-0000-0000-000000000000}"/>
          </ac:spMkLst>
        </pc:spChg>
        <pc:spChg chg="mod">
          <ac:chgData name="和之 吉川" userId="00bda2e2763095d7" providerId="LiveId" clId="{8DF3051F-AFC8-4A19-98C9-131D1155AB64}" dt="2026-04-17T14:47:19.916" v="34" actId="2711"/>
          <ac:spMkLst>
            <pc:docMk/>
            <pc:sldMk cId="0" sldId="257"/>
            <ac:spMk id="24" creationId="{00000000-0000-0000-0000-000000000000}"/>
          </ac:spMkLst>
        </pc:spChg>
        <pc:spChg chg="mod">
          <ac:chgData name="和之 吉川" userId="00bda2e2763095d7" providerId="LiveId" clId="{8DF3051F-AFC8-4A19-98C9-131D1155AB64}" dt="2026-04-17T14:46:55.827" v="33" actId="2711"/>
          <ac:spMkLst>
            <pc:docMk/>
            <pc:sldMk cId="0" sldId="257"/>
            <ac:spMk id="25" creationId="{00000000-0000-0000-0000-000000000000}"/>
          </ac:spMkLst>
        </pc:spChg>
        <pc:spChg chg="mod">
          <ac:chgData name="和之 吉川" userId="00bda2e2763095d7" providerId="LiveId" clId="{8DF3051F-AFC8-4A19-98C9-131D1155AB64}" dt="2026-04-17T14:47:19.916" v="34" actId="2711"/>
          <ac:spMkLst>
            <pc:docMk/>
            <pc:sldMk cId="0" sldId="257"/>
            <ac:spMk id="26" creationId="{00000000-0000-0000-0000-000000000000}"/>
          </ac:spMkLst>
        </pc:spChg>
        <pc:spChg chg="mod">
          <ac:chgData name="和之 吉川" userId="00bda2e2763095d7" providerId="LiveId" clId="{8DF3051F-AFC8-4A19-98C9-131D1155AB64}" dt="2026-04-17T14:47:19.916" v="34" actId="2711"/>
          <ac:spMkLst>
            <pc:docMk/>
            <pc:sldMk cId="0" sldId="257"/>
            <ac:spMk id="28" creationId="{00000000-0000-0000-0000-000000000000}"/>
          </ac:spMkLst>
        </pc:spChg>
      </pc:sldChg>
      <pc:sldChg chg="modSp mod">
        <pc:chgData name="和之 吉川" userId="00bda2e2763095d7" providerId="LiveId" clId="{8DF3051F-AFC8-4A19-98C9-131D1155AB64}" dt="2026-04-17T14:47:38.032" v="35" actId="2711"/>
        <pc:sldMkLst>
          <pc:docMk/>
          <pc:sldMk cId="0" sldId="258"/>
        </pc:sldMkLst>
        <pc:spChg chg="mod">
          <ac:chgData name="和之 吉川" userId="00bda2e2763095d7" providerId="LiveId" clId="{8DF3051F-AFC8-4A19-98C9-131D1155AB64}" dt="2026-04-17T14:47:38.032" v="35" actId="2711"/>
          <ac:spMkLst>
            <pc:docMk/>
            <pc:sldMk cId="0" sldId="258"/>
            <ac:spMk id="6" creationId="{00000000-0000-0000-0000-000000000000}"/>
          </ac:spMkLst>
        </pc:spChg>
        <pc:spChg chg="mod">
          <ac:chgData name="和之 吉川" userId="00bda2e2763095d7" providerId="LiveId" clId="{8DF3051F-AFC8-4A19-98C9-131D1155AB64}" dt="2026-04-17T14:47:38.032" v="35" actId="2711"/>
          <ac:spMkLst>
            <pc:docMk/>
            <pc:sldMk cId="0" sldId="258"/>
            <ac:spMk id="7" creationId="{00000000-0000-0000-0000-000000000000}"/>
          </ac:spMkLst>
        </pc:spChg>
        <pc:spChg chg="mod">
          <ac:chgData name="和之 吉川" userId="00bda2e2763095d7" providerId="LiveId" clId="{8DF3051F-AFC8-4A19-98C9-131D1155AB64}" dt="2026-04-17T14:47:38.032" v="35" actId="2711"/>
          <ac:spMkLst>
            <pc:docMk/>
            <pc:sldMk cId="0" sldId="258"/>
            <ac:spMk id="9" creationId="{00000000-0000-0000-0000-000000000000}"/>
          </ac:spMkLst>
        </pc:spChg>
        <pc:spChg chg="mod">
          <ac:chgData name="和之 吉川" userId="00bda2e2763095d7" providerId="LiveId" clId="{8DF3051F-AFC8-4A19-98C9-131D1155AB64}" dt="2026-04-17T14:47:38.032" v="35" actId="2711"/>
          <ac:spMkLst>
            <pc:docMk/>
            <pc:sldMk cId="0" sldId="258"/>
            <ac:spMk id="11" creationId="{00000000-0000-0000-0000-000000000000}"/>
          </ac:spMkLst>
        </pc:spChg>
        <pc:spChg chg="mod">
          <ac:chgData name="和之 吉川" userId="00bda2e2763095d7" providerId="LiveId" clId="{8DF3051F-AFC8-4A19-98C9-131D1155AB64}" dt="2026-04-17T14:47:38.032" v="35" actId="2711"/>
          <ac:spMkLst>
            <pc:docMk/>
            <pc:sldMk cId="0" sldId="258"/>
            <ac:spMk id="19" creationId="{00000000-0000-0000-0000-000000000000}"/>
          </ac:spMkLst>
        </pc:spChg>
        <pc:spChg chg="mod">
          <ac:chgData name="和之 吉川" userId="00bda2e2763095d7" providerId="LiveId" clId="{8DF3051F-AFC8-4A19-98C9-131D1155AB64}" dt="2026-04-17T14:47:38.032" v="35" actId="2711"/>
          <ac:spMkLst>
            <pc:docMk/>
            <pc:sldMk cId="0" sldId="258"/>
            <ac:spMk id="21" creationId="{00000000-0000-0000-0000-000000000000}"/>
          </ac:spMkLst>
        </pc:spChg>
        <pc:spChg chg="mod">
          <ac:chgData name="和之 吉川" userId="00bda2e2763095d7" providerId="LiveId" clId="{8DF3051F-AFC8-4A19-98C9-131D1155AB64}" dt="2026-04-17T14:47:38.032" v="35" actId="2711"/>
          <ac:spMkLst>
            <pc:docMk/>
            <pc:sldMk cId="0" sldId="258"/>
            <ac:spMk id="27" creationId="{00000000-0000-0000-0000-000000000000}"/>
          </ac:spMkLst>
        </pc:spChg>
        <pc:spChg chg="mod">
          <ac:chgData name="和之 吉川" userId="00bda2e2763095d7" providerId="LiveId" clId="{8DF3051F-AFC8-4A19-98C9-131D1155AB64}" dt="2026-04-17T14:47:38.032" v="35" actId="2711"/>
          <ac:spMkLst>
            <pc:docMk/>
            <pc:sldMk cId="0" sldId="258"/>
            <ac:spMk id="28" creationId="{00000000-0000-0000-0000-000000000000}"/>
          </ac:spMkLst>
        </pc:spChg>
        <pc:spChg chg="mod">
          <ac:chgData name="和之 吉川" userId="00bda2e2763095d7" providerId="LiveId" clId="{8DF3051F-AFC8-4A19-98C9-131D1155AB64}" dt="2026-04-17T14:47:38.032" v="35" actId="2711"/>
          <ac:spMkLst>
            <pc:docMk/>
            <pc:sldMk cId="0" sldId="258"/>
            <ac:spMk id="29" creationId="{00000000-0000-0000-0000-000000000000}"/>
          </ac:spMkLst>
        </pc:spChg>
        <pc:spChg chg="mod">
          <ac:chgData name="和之 吉川" userId="00bda2e2763095d7" providerId="LiveId" clId="{8DF3051F-AFC8-4A19-98C9-131D1155AB64}" dt="2026-04-17T14:47:38.032" v="35" actId="2711"/>
          <ac:spMkLst>
            <pc:docMk/>
            <pc:sldMk cId="0" sldId="258"/>
            <ac:spMk id="30" creationId="{00000000-0000-0000-0000-000000000000}"/>
          </ac:spMkLst>
        </pc:spChg>
      </pc:sldChg>
      <pc:sldChg chg="modSp mod">
        <pc:chgData name="和之 吉川" userId="00bda2e2763095d7" providerId="LiveId" clId="{8DF3051F-AFC8-4A19-98C9-131D1155AB64}" dt="2026-04-17T14:49:30.821" v="42" actId="2711"/>
        <pc:sldMkLst>
          <pc:docMk/>
          <pc:sldMk cId="0" sldId="259"/>
        </pc:sldMkLst>
        <pc:spChg chg="mod">
          <ac:chgData name="和之 吉川" userId="00bda2e2763095d7" providerId="LiveId" clId="{8DF3051F-AFC8-4A19-98C9-131D1155AB64}" dt="2026-04-17T14:49:30.821" v="42" actId="2711"/>
          <ac:spMkLst>
            <pc:docMk/>
            <pc:sldMk cId="0" sldId="259"/>
            <ac:spMk id="3" creationId="{00000000-0000-0000-0000-000000000000}"/>
          </ac:spMkLst>
        </pc:spChg>
        <pc:spChg chg="mod">
          <ac:chgData name="和之 吉川" userId="00bda2e2763095d7" providerId="LiveId" clId="{8DF3051F-AFC8-4A19-98C9-131D1155AB64}" dt="2026-04-17T14:47:50.550" v="36" actId="2711"/>
          <ac:spMkLst>
            <pc:docMk/>
            <pc:sldMk cId="0" sldId="259"/>
            <ac:spMk id="5" creationId="{00000000-0000-0000-0000-000000000000}"/>
          </ac:spMkLst>
        </pc:spChg>
        <pc:spChg chg="mod">
          <ac:chgData name="和之 吉川" userId="00bda2e2763095d7" providerId="LiveId" clId="{8DF3051F-AFC8-4A19-98C9-131D1155AB64}" dt="2026-04-17T14:47:50.550" v="36" actId="2711"/>
          <ac:spMkLst>
            <pc:docMk/>
            <pc:sldMk cId="0" sldId="259"/>
            <ac:spMk id="6" creationId="{00000000-0000-0000-0000-000000000000}"/>
          </ac:spMkLst>
        </pc:spChg>
        <pc:spChg chg="mod">
          <ac:chgData name="和之 吉川" userId="00bda2e2763095d7" providerId="LiveId" clId="{8DF3051F-AFC8-4A19-98C9-131D1155AB64}" dt="2026-04-17T14:47:50.550" v="36" actId="2711"/>
          <ac:spMkLst>
            <pc:docMk/>
            <pc:sldMk cId="0" sldId="259"/>
            <ac:spMk id="7" creationId="{00000000-0000-0000-0000-000000000000}"/>
          </ac:spMkLst>
        </pc:spChg>
        <pc:spChg chg="mod">
          <ac:chgData name="和之 吉川" userId="00bda2e2763095d7" providerId="LiveId" clId="{8DF3051F-AFC8-4A19-98C9-131D1155AB64}" dt="2026-04-17T14:47:50.550" v="36" actId="2711"/>
          <ac:spMkLst>
            <pc:docMk/>
            <pc:sldMk cId="0" sldId="259"/>
            <ac:spMk id="9" creationId="{00000000-0000-0000-0000-000000000000}"/>
          </ac:spMkLst>
        </pc:spChg>
        <pc:spChg chg="mod">
          <ac:chgData name="和之 吉川" userId="00bda2e2763095d7" providerId="LiveId" clId="{8DF3051F-AFC8-4A19-98C9-131D1155AB64}" dt="2026-04-17T14:48:06.666" v="38" actId="20577"/>
          <ac:spMkLst>
            <pc:docMk/>
            <pc:sldMk cId="0" sldId="259"/>
            <ac:spMk id="11" creationId="{00000000-0000-0000-0000-000000000000}"/>
          </ac:spMkLst>
        </pc:spChg>
        <pc:spChg chg="mod">
          <ac:chgData name="和之 吉川" userId="00bda2e2763095d7" providerId="LiveId" clId="{8DF3051F-AFC8-4A19-98C9-131D1155AB64}" dt="2026-04-17T14:47:50.550" v="36" actId="2711"/>
          <ac:spMkLst>
            <pc:docMk/>
            <pc:sldMk cId="0" sldId="259"/>
            <ac:spMk id="12" creationId="{00000000-0000-0000-0000-000000000000}"/>
          </ac:spMkLst>
        </pc:spChg>
        <pc:spChg chg="mod">
          <ac:chgData name="和之 吉川" userId="00bda2e2763095d7" providerId="LiveId" clId="{8DF3051F-AFC8-4A19-98C9-131D1155AB64}" dt="2026-04-17T14:47:50.550" v="36" actId="2711"/>
          <ac:spMkLst>
            <pc:docMk/>
            <pc:sldMk cId="0" sldId="259"/>
            <ac:spMk id="13" creationId="{00000000-0000-0000-0000-000000000000}"/>
          </ac:spMkLst>
        </pc:spChg>
        <pc:spChg chg="mod">
          <ac:chgData name="和之 吉川" userId="00bda2e2763095d7" providerId="LiveId" clId="{8DF3051F-AFC8-4A19-98C9-131D1155AB64}" dt="2026-04-17T14:47:50.550" v="36" actId="2711"/>
          <ac:spMkLst>
            <pc:docMk/>
            <pc:sldMk cId="0" sldId="259"/>
            <ac:spMk id="14" creationId="{00000000-0000-0000-0000-000000000000}"/>
          </ac:spMkLst>
        </pc:spChg>
        <pc:spChg chg="mod">
          <ac:chgData name="和之 吉川" userId="00bda2e2763095d7" providerId="LiveId" clId="{8DF3051F-AFC8-4A19-98C9-131D1155AB64}" dt="2026-04-17T14:48:17.449" v="40" actId="20577"/>
          <ac:spMkLst>
            <pc:docMk/>
            <pc:sldMk cId="0" sldId="259"/>
            <ac:spMk id="16" creationId="{00000000-0000-0000-0000-000000000000}"/>
          </ac:spMkLst>
        </pc:spChg>
        <pc:spChg chg="mod">
          <ac:chgData name="和之 吉川" userId="00bda2e2763095d7" providerId="LiveId" clId="{8DF3051F-AFC8-4A19-98C9-131D1155AB64}" dt="2026-04-17T14:47:50.550" v="36" actId="2711"/>
          <ac:spMkLst>
            <pc:docMk/>
            <pc:sldMk cId="0" sldId="259"/>
            <ac:spMk id="20" creationId="{00000000-0000-0000-0000-000000000000}"/>
          </ac:spMkLst>
        </pc:spChg>
        <pc:spChg chg="mod">
          <ac:chgData name="和之 吉川" userId="00bda2e2763095d7" providerId="LiveId" clId="{8DF3051F-AFC8-4A19-98C9-131D1155AB64}" dt="2026-04-17T14:48:20.986" v="41" actId="20577"/>
          <ac:spMkLst>
            <pc:docMk/>
            <pc:sldMk cId="0" sldId="259"/>
            <ac:spMk id="21" creationId="{00000000-0000-0000-0000-000000000000}"/>
          </ac:spMkLst>
        </pc:spChg>
        <pc:spChg chg="mod">
          <ac:chgData name="和之 吉川" userId="00bda2e2763095d7" providerId="LiveId" clId="{8DF3051F-AFC8-4A19-98C9-131D1155AB64}" dt="2026-04-17T14:47:50.550" v="36" actId="2711"/>
          <ac:spMkLst>
            <pc:docMk/>
            <pc:sldMk cId="0" sldId="259"/>
            <ac:spMk id="23" creationId="{00000000-0000-0000-0000-000000000000}"/>
          </ac:spMkLst>
        </pc:spChg>
      </pc:sldChg>
      <pc:sldChg chg="modSp mod">
        <pc:chgData name="和之 吉川" userId="00bda2e2763095d7" providerId="LiveId" clId="{8DF3051F-AFC8-4A19-98C9-131D1155AB64}" dt="2026-04-17T14:49:50.737" v="43" actId="2711"/>
        <pc:sldMkLst>
          <pc:docMk/>
          <pc:sldMk cId="0" sldId="260"/>
        </pc:sldMkLst>
        <pc:spChg chg="mod">
          <ac:chgData name="和之 吉川" userId="00bda2e2763095d7" providerId="LiveId" clId="{8DF3051F-AFC8-4A19-98C9-131D1155AB64}" dt="2026-04-17T14:49:50.737" v="43" actId="2711"/>
          <ac:spMkLst>
            <pc:docMk/>
            <pc:sldMk cId="0" sldId="260"/>
            <ac:spMk id="5" creationId="{00000000-0000-0000-0000-000000000000}"/>
          </ac:spMkLst>
        </pc:spChg>
        <pc:spChg chg="mod">
          <ac:chgData name="和之 吉川" userId="00bda2e2763095d7" providerId="LiveId" clId="{8DF3051F-AFC8-4A19-98C9-131D1155AB64}" dt="2026-04-17T14:49:50.737" v="43" actId="2711"/>
          <ac:spMkLst>
            <pc:docMk/>
            <pc:sldMk cId="0" sldId="260"/>
            <ac:spMk id="6" creationId="{00000000-0000-0000-0000-000000000000}"/>
          </ac:spMkLst>
        </pc:spChg>
        <pc:spChg chg="mod">
          <ac:chgData name="和之 吉川" userId="00bda2e2763095d7" providerId="LiveId" clId="{8DF3051F-AFC8-4A19-98C9-131D1155AB64}" dt="2026-04-17T14:49:50.737" v="43" actId="2711"/>
          <ac:spMkLst>
            <pc:docMk/>
            <pc:sldMk cId="0" sldId="260"/>
            <ac:spMk id="9" creationId="{00000000-0000-0000-0000-000000000000}"/>
          </ac:spMkLst>
        </pc:spChg>
        <pc:spChg chg="mod">
          <ac:chgData name="和之 吉川" userId="00bda2e2763095d7" providerId="LiveId" clId="{8DF3051F-AFC8-4A19-98C9-131D1155AB64}" dt="2026-04-17T14:49:50.737" v="43" actId="2711"/>
          <ac:spMkLst>
            <pc:docMk/>
            <pc:sldMk cId="0" sldId="260"/>
            <ac:spMk id="12" creationId="{00000000-0000-0000-0000-000000000000}"/>
          </ac:spMkLst>
        </pc:spChg>
        <pc:spChg chg="mod">
          <ac:chgData name="和之 吉川" userId="00bda2e2763095d7" providerId="LiveId" clId="{8DF3051F-AFC8-4A19-98C9-131D1155AB64}" dt="2026-04-17T14:49:50.737" v="43" actId="2711"/>
          <ac:spMkLst>
            <pc:docMk/>
            <pc:sldMk cId="0" sldId="260"/>
            <ac:spMk id="16" creationId="{00000000-0000-0000-0000-000000000000}"/>
          </ac:spMkLst>
        </pc:spChg>
        <pc:spChg chg="mod">
          <ac:chgData name="和之 吉川" userId="00bda2e2763095d7" providerId="LiveId" clId="{8DF3051F-AFC8-4A19-98C9-131D1155AB64}" dt="2026-04-17T14:49:50.737" v="43" actId="2711"/>
          <ac:spMkLst>
            <pc:docMk/>
            <pc:sldMk cId="0" sldId="260"/>
            <ac:spMk id="17" creationId="{00000000-0000-0000-0000-000000000000}"/>
          </ac:spMkLst>
        </pc:spChg>
        <pc:spChg chg="mod">
          <ac:chgData name="和之 吉川" userId="00bda2e2763095d7" providerId="LiveId" clId="{8DF3051F-AFC8-4A19-98C9-131D1155AB64}" dt="2026-04-17T14:49:50.737" v="43" actId="2711"/>
          <ac:spMkLst>
            <pc:docMk/>
            <pc:sldMk cId="0" sldId="260"/>
            <ac:spMk id="21" creationId="{00000000-0000-0000-0000-000000000000}"/>
          </ac:spMkLst>
        </pc:spChg>
        <pc:spChg chg="mod">
          <ac:chgData name="和之 吉川" userId="00bda2e2763095d7" providerId="LiveId" clId="{8DF3051F-AFC8-4A19-98C9-131D1155AB64}" dt="2026-04-17T14:49:50.737" v="43" actId="2711"/>
          <ac:spMkLst>
            <pc:docMk/>
            <pc:sldMk cId="0" sldId="260"/>
            <ac:spMk id="22" creationId="{00000000-0000-0000-0000-000000000000}"/>
          </ac:spMkLst>
        </pc:spChg>
        <pc:spChg chg="mod">
          <ac:chgData name="和之 吉川" userId="00bda2e2763095d7" providerId="LiveId" clId="{8DF3051F-AFC8-4A19-98C9-131D1155AB64}" dt="2026-04-17T14:49:50.737" v="43" actId="2711"/>
          <ac:spMkLst>
            <pc:docMk/>
            <pc:sldMk cId="0" sldId="260"/>
            <ac:spMk id="23" creationId="{00000000-0000-0000-0000-000000000000}"/>
          </ac:spMkLst>
        </pc:spChg>
        <pc:spChg chg="mod">
          <ac:chgData name="和之 吉川" userId="00bda2e2763095d7" providerId="LiveId" clId="{8DF3051F-AFC8-4A19-98C9-131D1155AB64}" dt="2026-04-17T14:49:50.737" v="43" actId="2711"/>
          <ac:spMkLst>
            <pc:docMk/>
            <pc:sldMk cId="0" sldId="260"/>
            <ac:spMk id="27" creationId="{00000000-0000-0000-0000-000000000000}"/>
          </ac:spMkLst>
        </pc:spChg>
      </pc:sldChg>
      <pc:sldChg chg="modSp mod">
        <pc:chgData name="和之 吉川" userId="00bda2e2763095d7" providerId="LiveId" clId="{8DF3051F-AFC8-4A19-98C9-131D1155AB64}" dt="2026-04-17T14:51:45.848" v="48" actId="1076"/>
        <pc:sldMkLst>
          <pc:docMk/>
          <pc:sldMk cId="0" sldId="261"/>
        </pc:sldMkLst>
        <pc:spChg chg="mod">
          <ac:chgData name="和之 吉川" userId="00bda2e2763095d7" providerId="LiveId" clId="{8DF3051F-AFC8-4A19-98C9-131D1155AB64}" dt="2026-04-17T14:51:26.378" v="47" actId="2711"/>
          <ac:spMkLst>
            <pc:docMk/>
            <pc:sldMk cId="0" sldId="261"/>
            <ac:spMk id="3" creationId="{00000000-0000-0000-0000-000000000000}"/>
          </ac:spMkLst>
        </pc:spChg>
        <pc:spChg chg="mod">
          <ac:chgData name="和之 吉川" userId="00bda2e2763095d7" providerId="LiveId" clId="{8DF3051F-AFC8-4A19-98C9-131D1155AB64}" dt="2026-04-17T14:50:56.975" v="44" actId="2711"/>
          <ac:spMkLst>
            <pc:docMk/>
            <pc:sldMk cId="0" sldId="261"/>
            <ac:spMk id="9" creationId="{00000000-0000-0000-0000-000000000000}"/>
          </ac:spMkLst>
        </pc:spChg>
        <pc:spChg chg="mod">
          <ac:chgData name="和之 吉川" userId="00bda2e2763095d7" providerId="LiveId" clId="{8DF3051F-AFC8-4A19-98C9-131D1155AB64}" dt="2026-04-17T14:51:45.848" v="48" actId="1076"/>
          <ac:spMkLst>
            <pc:docMk/>
            <pc:sldMk cId="0" sldId="261"/>
            <ac:spMk id="13" creationId="{00000000-0000-0000-0000-000000000000}"/>
          </ac:spMkLst>
        </pc:spChg>
        <pc:spChg chg="mod">
          <ac:chgData name="和之 吉川" userId="00bda2e2763095d7" providerId="LiveId" clId="{8DF3051F-AFC8-4A19-98C9-131D1155AB64}" dt="2026-04-17T14:50:56.975" v="44" actId="2711"/>
          <ac:spMkLst>
            <pc:docMk/>
            <pc:sldMk cId="0" sldId="261"/>
            <ac:spMk id="14" creationId="{00000000-0000-0000-0000-000000000000}"/>
          </ac:spMkLst>
        </pc:spChg>
        <pc:spChg chg="mod">
          <ac:chgData name="和之 吉川" userId="00bda2e2763095d7" providerId="LiveId" clId="{8DF3051F-AFC8-4A19-98C9-131D1155AB64}" dt="2026-04-17T14:50:56.975" v="44" actId="2711"/>
          <ac:spMkLst>
            <pc:docMk/>
            <pc:sldMk cId="0" sldId="261"/>
            <ac:spMk id="15" creationId="{00000000-0000-0000-0000-000000000000}"/>
          </ac:spMkLst>
        </pc:spChg>
        <pc:spChg chg="mod">
          <ac:chgData name="和之 吉川" userId="00bda2e2763095d7" providerId="LiveId" clId="{8DF3051F-AFC8-4A19-98C9-131D1155AB64}" dt="2026-04-17T14:50:56.975" v="44" actId="2711"/>
          <ac:spMkLst>
            <pc:docMk/>
            <pc:sldMk cId="0" sldId="261"/>
            <ac:spMk id="18" creationId="{00000000-0000-0000-0000-000000000000}"/>
          </ac:spMkLst>
        </pc:spChg>
        <pc:spChg chg="mod">
          <ac:chgData name="和之 吉川" userId="00bda2e2763095d7" providerId="LiveId" clId="{8DF3051F-AFC8-4A19-98C9-131D1155AB64}" dt="2026-04-17T14:50:56.975" v="44" actId="2711"/>
          <ac:spMkLst>
            <pc:docMk/>
            <pc:sldMk cId="0" sldId="261"/>
            <ac:spMk id="24" creationId="{00000000-0000-0000-0000-000000000000}"/>
          </ac:spMkLst>
        </pc:spChg>
        <pc:spChg chg="mod">
          <ac:chgData name="和之 吉川" userId="00bda2e2763095d7" providerId="LiveId" clId="{8DF3051F-AFC8-4A19-98C9-131D1155AB64}" dt="2026-04-17T14:50:56.975" v="44" actId="2711"/>
          <ac:spMkLst>
            <pc:docMk/>
            <pc:sldMk cId="0" sldId="261"/>
            <ac:spMk id="27" creationId="{00000000-0000-0000-0000-000000000000}"/>
          </ac:spMkLst>
        </pc:spChg>
        <pc:spChg chg="mod">
          <ac:chgData name="和之 吉川" userId="00bda2e2763095d7" providerId="LiveId" clId="{8DF3051F-AFC8-4A19-98C9-131D1155AB64}" dt="2026-04-17T14:50:56.975" v="44" actId="2711"/>
          <ac:spMkLst>
            <pc:docMk/>
            <pc:sldMk cId="0" sldId="261"/>
            <ac:spMk id="31" creationId="{00000000-0000-0000-0000-000000000000}"/>
          </ac:spMkLst>
        </pc:spChg>
        <pc:spChg chg="mod">
          <ac:chgData name="和之 吉川" userId="00bda2e2763095d7" providerId="LiveId" clId="{8DF3051F-AFC8-4A19-98C9-131D1155AB64}" dt="2026-04-17T14:50:56.975" v="44" actId="2711"/>
          <ac:spMkLst>
            <pc:docMk/>
            <pc:sldMk cId="0" sldId="261"/>
            <ac:spMk id="38" creationId="{00000000-0000-0000-0000-000000000000}"/>
          </ac:spMkLst>
        </pc:spChg>
        <pc:spChg chg="mod">
          <ac:chgData name="和之 吉川" userId="00bda2e2763095d7" providerId="LiveId" clId="{8DF3051F-AFC8-4A19-98C9-131D1155AB64}" dt="2026-04-17T14:50:56.975" v="44" actId="2711"/>
          <ac:spMkLst>
            <pc:docMk/>
            <pc:sldMk cId="0" sldId="261"/>
            <ac:spMk id="41" creationId="{00000000-0000-0000-0000-000000000000}"/>
          </ac:spMkLst>
        </pc:spChg>
        <pc:spChg chg="mod">
          <ac:chgData name="和之 吉川" userId="00bda2e2763095d7" providerId="LiveId" clId="{8DF3051F-AFC8-4A19-98C9-131D1155AB64}" dt="2026-04-17T14:50:56.975" v="44" actId="2711"/>
          <ac:spMkLst>
            <pc:docMk/>
            <pc:sldMk cId="0" sldId="261"/>
            <ac:spMk id="42" creationId="{00000000-0000-0000-0000-000000000000}"/>
          </ac:spMkLst>
        </pc:spChg>
        <pc:spChg chg="mod">
          <ac:chgData name="和之 吉川" userId="00bda2e2763095d7" providerId="LiveId" clId="{8DF3051F-AFC8-4A19-98C9-131D1155AB64}" dt="2026-04-17T14:51:11.197" v="46" actId="20577"/>
          <ac:spMkLst>
            <pc:docMk/>
            <pc:sldMk cId="0" sldId="261"/>
            <ac:spMk id="44" creationId="{00000000-0000-0000-0000-000000000000}"/>
          </ac:spMkLst>
        </pc:spChg>
      </pc:sldChg>
      <pc:sldChg chg="modSp mod">
        <pc:chgData name="和之 吉川" userId="00bda2e2763095d7" providerId="LiveId" clId="{8DF3051F-AFC8-4A19-98C9-131D1155AB64}" dt="2026-04-17T14:52:30.776" v="49" actId="2711"/>
        <pc:sldMkLst>
          <pc:docMk/>
          <pc:sldMk cId="0" sldId="262"/>
        </pc:sldMkLst>
        <pc:spChg chg="mod">
          <ac:chgData name="和之 吉川" userId="00bda2e2763095d7" providerId="LiveId" clId="{8DF3051F-AFC8-4A19-98C9-131D1155AB64}" dt="2026-04-17T14:52:30.776" v="49" actId="2711"/>
          <ac:spMkLst>
            <pc:docMk/>
            <pc:sldMk cId="0" sldId="262"/>
            <ac:spMk id="5" creationId="{00000000-0000-0000-0000-000000000000}"/>
          </ac:spMkLst>
        </pc:spChg>
        <pc:spChg chg="mod">
          <ac:chgData name="和之 吉川" userId="00bda2e2763095d7" providerId="LiveId" clId="{8DF3051F-AFC8-4A19-98C9-131D1155AB64}" dt="2026-04-17T14:52:30.776" v="49" actId="2711"/>
          <ac:spMkLst>
            <pc:docMk/>
            <pc:sldMk cId="0" sldId="262"/>
            <ac:spMk id="7" creationId="{00000000-0000-0000-0000-000000000000}"/>
          </ac:spMkLst>
        </pc:spChg>
        <pc:spChg chg="mod">
          <ac:chgData name="和之 吉川" userId="00bda2e2763095d7" providerId="LiveId" clId="{8DF3051F-AFC8-4A19-98C9-131D1155AB64}" dt="2026-04-17T14:52:30.776" v="49" actId="2711"/>
          <ac:spMkLst>
            <pc:docMk/>
            <pc:sldMk cId="0" sldId="262"/>
            <ac:spMk id="15" creationId="{00000000-0000-0000-0000-000000000000}"/>
          </ac:spMkLst>
        </pc:spChg>
        <pc:spChg chg="mod">
          <ac:chgData name="和之 吉川" userId="00bda2e2763095d7" providerId="LiveId" clId="{8DF3051F-AFC8-4A19-98C9-131D1155AB64}" dt="2026-04-17T14:52:30.776" v="49" actId="2711"/>
          <ac:spMkLst>
            <pc:docMk/>
            <pc:sldMk cId="0" sldId="262"/>
            <ac:spMk id="17" creationId="{00000000-0000-0000-0000-000000000000}"/>
          </ac:spMkLst>
        </pc:spChg>
        <pc:spChg chg="mod">
          <ac:chgData name="和之 吉川" userId="00bda2e2763095d7" providerId="LiveId" clId="{8DF3051F-AFC8-4A19-98C9-131D1155AB64}" dt="2026-04-17T14:52:30.776" v="49" actId="2711"/>
          <ac:spMkLst>
            <pc:docMk/>
            <pc:sldMk cId="0" sldId="262"/>
            <ac:spMk id="19" creationId="{00000000-0000-0000-0000-000000000000}"/>
          </ac:spMkLst>
        </pc:spChg>
        <pc:spChg chg="mod">
          <ac:chgData name="和之 吉川" userId="00bda2e2763095d7" providerId="LiveId" clId="{8DF3051F-AFC8-4A19-98C9-131D1155AB64}" dt="2026-04-17T14:52:30.776" v="49" actId="2711"/>
          <ac:spMkLst>
            <pc:docMk/>
            <pc:sldMk cId="0" sldId="262"/>
            <ac:spMk id="22" creationId="{00000000-0000-0000-0000-000000000000}"/>
          </ac:spMkLst>
        </pc:spChg>
        <pc:spChg chg="mod">
          <ac:chgData name="和之 吉川" userId="00bda2e2763095d7" providerId="LiveId" clId="{8DF3051F-AFC8-4A19-98C9-131D1155AB64}" dt="2026-04-17T14:52:30.776" v="49" actId="2711"/>
          <ac:spMkLst>
            <pc:docMk/>
            <pc:sldMk cId="0" sldId="262"/>
            <ac:spMk id="24" creationId="{00000000-0000-0000-0000-000000000000}"/>
          </ac:spMkLst>
        </pc:spChg>
        <pc:spChg chg="mod">
          <ac:chgData name="和之 吉川" userId="00bda2e2763095d7" providerId="LiveId" clId="{8DF3051F-AFC8-4A19-98C9-131D1155AB64}" dt="2026-04-17T14:52:30.776" v="49" actId="2711"/>
          <ac:spMkLst>
            <pc:docMk/>
            <pc:sldMk cId="0" sldId="262"/>
            <ac:spMk id="28" creationId="{00000000-0000-0000-0000-000000000000}"/>
          </ac:spMkLst>
        </pc:spChg>
        <pc:spChg chg="mod">
          <ac:chgData name="和之 吉川" userId="00bda2e2763095d7" providerId="LiveId" clId="{8DF3051F-AFC8-4A19-98C9-131D1155AB64}" dt="2026-04-17T14:52:30.776" v="49" actId="2711"/>
          <ac:spMkLst>
            <pc:docMk/>
            <pc:sldMk cId="0" sldId="262"/>
            <ac:spMk id="29" creationId="{00000000-0000-0000-0000-000000000000}"/>
          </ac:spMkLst>
        </pc:spChg>
        <pc:spChg chg="mod">
          <ac:chgData name="和之 吉川" userId="00bda2e2763095d7" providerId="LiveId" clId="{8DF3051F-AFC8-4A19-98C9-131D1155AB64}" dt="2026-04-17T14:52:30.776" v="49" actId="2711"/>
          <ac:spMkLst>
            <pc:docMk/>
            <pc:sldMk cId="0" sldId="262"/>
            <ac:spMk id="30" creationId="{00000000-0000-0000-0000-000000000000}"/>
          </ac:spMkLst>
        </pc:spChg>
      </pc:sldChg>
      <pc:sldChg chg="modSp mod">
        <pc:chgData name="和之 吉川" userId="00bda2e2763095d7" providerId="LiveId" clId="{8DF3051F-AFC8-4A19-98C9-131D1155AB64}" dt="2026-04-17T14:54:50.788" v="51" actId="2711"/>
        <pc:sldMkLst>
          <pc:docMk/>
          <pc:sldMk cId="0" sldId="263"/>
        </pc:sldMkLst>
        <pc:spChg chg="mod">
          <ac:chgData name="和之 吉川" userId="00bda2e2763095d7" providerId="LiveId" clId="{8DF3051F-AFC8-4A19-98C9-131D1155AB64}" dt="2026-04-17T14:54:50.788" v="51" actId="2711"/>
          <ac:spMkLst>
            <pc:docMk/>
            <pc:sldMk cId="0" sldId="263"/>
            <ac:spMk id="3" creationId="{00000000-0000-0000-0000-000000000000}"/>
          </ac:spMkLst>
        </pc:spChg>
        <pc:spChg chg="mod">
          <ac:chgData name="和之 吉川" userId="00bda2e2763095d7" providerId="LiveId" clId="{8DF3051F-AFC8-4A19-98C9-131D1155AB64}" dt="2026-04-17T14:54:39.988" v="50" actId="2711"/>
          <ac:spMkLst>
            <pc:docMk/>
            <pc:sldMk cId="0" sldId="263"/>
            <ac:spMk id="5" creationId="{00000000-0000-0000-0000-000000000000}"/>
          </ac:spMkLst>
        </pc:spChg>
        <pc:spChg chg="mod">
          <ac:chgData name="和之 吉川" userId="00bda2e2763095d7" providerId="LiveId" clId="{8DF3051F-AFC8-4A19-98C9-131D1155AB64}" dt="2026-04-17T14:54:39.988" v="50" actId="2711"/>
          <ac:spMkLst>
            <pc:docMk/>
            <pc:sldMk cId="0" sldId="263"/>
            <ac:spMk id="14" creationId="{00000000-0000-0000-0000-000000000000}"/>
          </ac:spMkLst>
        </pc:spChg>
        <pc:spChg chg="mod">
          <ac:chgData name="和之 吉川" userId="00bda2e2763095d7" providerId="LiveId" clId="{8DF3051F-AFC8-4A19-98C9-131D1155AB64}" dt="2026-04-17T14:54:39.988" v="50" actId="2711"/>
          <ac:spMkLst>
            <pc:docMk/>
            <pc:sldMk cId="0" sldId="263"/>
            <ac:spMk id="15" creationId="{00000000-0000-0000-0000-000000000000}"/>
          </ac:spMkLst>
        </pc:spChg>
        <pc:spChg chg="mod">
          <ac:chgData name="和之 吉川" userId="00bda2e2763095d7" providerId="LiveId" clId="{8DF3051F-AFC8-4A19-98C9-131D1155AB64}" dt="2026-04-17T14:54:39.988" v="50" actId="2711"/>
          <ac:spMkLst>
            <pc:docMk/>
            <pc:sldMk cId="0" sldId="263"/>
            <ac:spMk id="17" creationId="{00000000-0000-0000-0000-000000000000}"/>
          </ac:spMkLst>
        </pc:spChg>
        <pc:spChg chg="mod">
          <ac:chgData name="和之 吉川" userId="00bda2e2763095d7" providerId="LiveId" clId="{8DF3051F-AFC8-4A19-98C9-131D1155AB64}" dt="2026-04-17T14:54:39.988" v="50" actId="2711"/>
          <ac:spMkLst>
            <pc:docMk/>
            <pc:sldMk cId="0" sldId="263"/>
            <ac:spMk id="18" creationId="{00000000-0000-0000-0000-000000000000}"/>
          </ac:spMkLst>
        </pc:spChg>
        <pc:spChg chg="mod">
          <ac:chgData name="和之 吉川" userId="00bda2e2763095d7" providerId="LiveId" clId="{8DF3051F-AFC8-4A19-98C9-131D1155AB64}" dt="2026-04-17T14:54:39.988" v="50" actId="2711"/>
          <ac:spMkLst>
            <pc:docMk/>
            <pc:sldMk cId="0" sldId="263"/>
            <ac:spMk id="20" creationId="{00000000-0000-0000-0000-000000000000}"/>
          </ac:spMkLst>
        </pc:spChg>
        <pc:spChg chg="mod">
          <ac:chgData name="和之 吉川" userId="00bda2e2763095d7" providerId="LiveId" clId="{8DF3051F-AFC8-4A19-98C9-131D1155AB64}" dt="2026-04-17T14:54:39.988" v="50" actId="2711"/>
          <ac:spMkLst>
            <pc:docMk/>
            <pc:sldMk cId="0" sldId="263"/>
            <ac:spMk id="22" creationId="{00000000-0000-0000-0000-000000000000}"/>
          </ac:spMkLst>
        </pc:spChg>
        <pc:spChg chg="mod">
          <ac:chgData name="和之 吉川" userId="00bda2e2763095d7" providerId="LiveId" clId="{8DF3051F-AFC8-4A19-98C9-131D1155AB64}" dt="2026-04-17T14:54:39.988" v="50" actId="2711"/>
          <ac:spMkLst>
            <pc:docMk/>
            <pc:sldMk cId="0" sldId="263"/>
            <ac:spMk id="23" creationId="{00000000-0000-0000-0000-000000000000}"/>
          </ac:spMkLst>
        </pc:spChg>
        <pc:spChg chg="mod">
          <ac:chgData name="和之 吉川" userId="00bda2e2763095d7" providerId="LiveId" clId="{8DF3051F-AFC8-4A19-98C9-131D1155AB64}" dt="2026-04-17T14:54:39.988" v="50" actId="2711"/>
          <ac:spMkLst>
            <pc:docMk/>
            <pc:sldMk cId="0" sldId="263"/>
            <ac:spMk id="27" creationId="{00000000-0000-0000-0000-000000000000}"/>
          </ac:spMkLst>
        </pc:spChg>
        <pc:spChg chg="mod">
          <ac:chgData name="和之 吉川" userId="00bda2e2763095d7" providerId="LiveId" clId="{8DF3051F-AFC8-4A19-98C9-131D1155AB64}" dt="2026-04-17T14:54:39.988" v="50" actId="2711"/>
          <ac:spMkLst>
            <pc:docMk/>
            <pc:sldMk cId="0" sldId="263"/>
            <ac:spMk id="28" creationId="{00000000-0000-0000-0000-000000000000}"/>
          </ac:spMkLst>
        </pc:spChg>
      </pc:sldChg>
      <pc:sldChg chg="modSp mod">
        <pc:chgData name="和之 吉川" userId="00bda2e2763095d7" providerId="LiveId" clId="{8DF3051F-AFC8-4A19-98C9-131D1155AB64}" dt="2026-04-17T14:56:36.587" v="62" actId="1076"/>
        <pc:sldMkLst>
          <pc:docMk/>
          <pc:sldMk cId="0" sldId="264"/>
        </pc:sldMkLst>
        <pc:spChg chg="mod">
          <ac:chgData name="和之 吉川" userId="00bda2e2763095d7" providerId="LiveId" clId="{8DF3051F-AFC8-4A19-98C9-131D1155AB64}" dt="2026-04-17T14:56:05.658" v="53" actId="2711"/>
          <ac:spMkLst>
            <pc:docMk/>
            <pc:sldMk cId="0" sldId="264"/>
            <ac:spMk id="3" creationId="{00000000-0000-0000-0000-000000000000}"/>
          </ac:spMkLst>
        </pc:spChg>
        <pc:spChg chg="mod">
          <ac:chgData name="和之 吉川" userId="00bda2e2763095d7" providerId="LiveId" clId="{8DF3051F-AFC8-4A19-98C9-131D1155AB64}" dt="2026-04-17T14:56:36.587" v="62" actId="1076"/>
          <ac:spMkLst>
            <pc:docMk/>
            <pc:sldMk cId="0" sldId="264"/>
            <ac:spMk id="19" creationId="{00000000-0000-0000-0000-000000000000}"/>
          </ac:spMkLst>
        </pc:spChg>
        <pc:spChg chg="mod">
          <ac:chgData name="和之 吉川" userId="00bda2e2763095d7" providerId="LiveId" clId="{8DF3051F-AFC8-4A19-98C9-131D1155AB64}" dt="2026-04-17T14:55:56.985" v="52" actId="2711"/>
          <ac:spMkLst>
            <pc:docMk/>
            <pc:sldMk cId="0" sldId="264"/>
            <ac:spMk id="31" creationId="{00000000-0000-0000-0000-000000000000}"/>
          </ac:spMkLst>
        </pc:spChg>
        <pc:spChg chg="mod">
          <ac:chgData name="和之 吉川" userId="00bda2e2763095d7" providerId="LiveId" clId="{8DF3051F-AFC8-4A19-98C9-131D1155AB64}" dt="2026-04-17T14:55:56.985" v="52" actId="2711"/>
          <ac:spMkLst>
            <pc:docMk/>
            <pc:sldMk cId="0" sldId="264"/>
            <ac:spMk id="32" creationId="{00000000-0000-0000-0000-000000000000}"/>
          </ac:spMkLst>
        </pc:spChg>
        <pc:spChg chg="mod">
          <ac:chgData name="和之 吉川" userId="00bda2e2763095d7" providerId="LiveId" clId="{8DF3051F-AFC8-4A19-98C9-131D1155AB64}" dt="2026-04-17T14:56:19.931" v="61" actId="20577"/>
          <ac:spMkLst>
            <pc:docMk/>
            <pc:sldMk cId="0" sldId="264"/>
            <ac:spMk id="33" creationId="{00000000-0000-0000-0000-000000000000}"/>
          </ac:spMkLst>
        </pc:spChg>
        <pc:spChg chg="mod">
          <ac:chgData name="和之 吉川" userId="00bda2e2763095d7" providerId="LiveId" clId="{8DF3051F-AFC8-4A19-98C9-131D1155AB64}" dt="2026-04-17T14:55:56.985" v="52" actId="2711"/>
          <ac:spMkLst>
            <pc:docMk/>
            <pc:sldMk cId="0" sldId="264"/>
            <ac:spMk id="34" creationId="{00000000-0000-0000-0000-000000000000}"/>
          </ac:spMkLst>
        </pc:spChg>
        <pc:spChg chg="mod">
          <ac:chgData name="和之 吉川" userId="00bda2e2763095d7" providerId="LiveId" clId="{8DF3051F-AFC8-4A19-98C9-131D1155AB64}" dt="2026-04-17T14:55:56.985" v="52" actId="2711"/>
          <ac:spMkLst>
            <pc:docMk/>
            <pc:sldMk cId="0" sldId="264"/>
            <ac:spMk id="35" creationId="{00000000-0000-0000-0000-000000000000}"/>
          </ac:spMkLst>
        </pc:spChg>
        <pc:spChg chg="mod">
          <ac:chgData name="和之 吉川" userId="00bda2e2763095d7" providerId="LiveId" clId="{8DF3051F-AFC8-4A19-98C9-131D1155AB64}" dt="2026-04-17T14:55:56.985" v="52" actId="2711"/>
          <ac:spMkLst>
            <pc:docMk/>
            <pc:sldMk cId="0" sldId="264"/>
            <ac:spMk id="36" creationId="{00000000-0000-0000-0000-000000000000}"/>
          </ac:spMkLst>
        </pc:spChg>
        <pc:spChg chg="mod">
          <ac:chgData name="和之 吉川" userId="00bda2e2763095d7" providerId="LiveId" clId="{8DF3051F-AFC8-4A19-98C9-131D1155AB64}" dt="2026-04-17T14:55:56.985" v="52" actId="2711"/>
          <ac:spMkLst>
            <pc:docMk/>
            <pc:sldMk cId="0" sldId="264"/>
            <ac:spMk id="37" creationId="{00000000-0000-0000-0000-000000000000}"/>
          </ac:spMkLst>
        </pc:spChg>
        <pc:spChg chg="mod">
          <ac:chgData name="和之 吉川" userId="00bda2e2763095d7" providerId="LiveId" clId="{8DF3051F-AFC8-4A19-98C9-131D1155AB64}" dt="2026-04-17T14:55:56.985" v="52" actId="2711"/>
          <ac:spMkLst>
            <pc:docMk/>
            <pc:sldMk cId="0" sldId="264"/>
            <ac:spMk id="38" creationId="{00000000-0000-0000-0000-000000000000}"/>
          </ac:spMkLst>
        </pc:spChg>
      </pc:sldChg>
      <pc:sldChg chg="modSp mod">
        <pc:chgData name="和之 吉川" userId="00bda2e2763095d7" providerId="LiveId" clId="{8DF3051F-AFC8-4A19-98C9-131D1155AB64}" dt="2026-04-17T14:59:18.059" v="96" actId="20577"/>
        <pc:sldMkLst>
          <pc:docMk/>
          <pc:sldMk cId="0" sldId="265"/>
        </pc:sldMkLst>
        <pc:spChg chg="mod">
          <ac:chgData name="和之 吉川" userId="00bda2e2763095d7" providerId="LiveId" clId="{8DF3051F-AFC8-4A19-98C9-131D1155AB64}" dt="2026-04-17T14:57:37.192" v="64" actId="2711"/>
          <ac:spMkLst>
            <pc:docMk/>
            <pc:sldMk cId="0" sldId="265"/>
            <ac:spMk id="3" creationId="{00000000-0000-0000-0000-000000000000}"/>
          </ac:spMkLst>
        </pc:spChg>
        <pc:spChg chg="mod">
          <ac:chgData name="和之 吉川" userId="00bda2e2763095d7" providerId="LiveId" clId="{8DF3051F-AFC8-4A19-98C9-131D1155AB64}" dt="2026-04-17T14:59:18.059" v="96" actId="20577"/>
          <ac:spMkLst>
            <pc:docMk/>
            <pc:sldMk cId="0" sldId="265"/>
            <ac:spMk id="5" creationId="{00000000-0000-0000-0000-000000000000}"/>
          </ac:spMkLst>
        </pc:spChg>
        <pc:spChg chg="mod">
          <ac:chgData name="和之 吉川" userId="00bda2e2763095d7" providerId="LiveId" clId="{8DF3051F-AFC8-4A19-98C9-131D1155AB64}" dt="2026-04-17T14:57:25.844" v="63" actId="2711"/>
          <ac:spMkLst>
            <pc:docMk/>
            <pc:sldMk cId="0" sldId="265"/>
            <ac:spMk id="8" creationId="{00000000-0000-0000-0000-000000000000}"/>
          </ac:spMkLst>
        </pc:spChg>
        <pc:spChg chg="mod">
          <ac:chgData name="和之 吉川" userId="00bda2e2763095d7" providerId="LiveId" clId="{8DF3051F-AFC8-4A19-98C9-131D1155AB64}" dt="2026-04-17T14:57:25.844" v="63" actId="2711"/>
          <ac:spMkLst>
            <pc:docMk/>
            <pc:sldMk cId="0" sldId="265"/>
            <ac:spMk id="11" creationId="{00000000-0000-0000-0000-000000000000}"/>
          </ac:spMkLst>
        </pc:spChg>
        <pc:spChg chg="mod">
          <ac:chgData name="和之 吉川" userId="00bda2e2763095d7" providerId="LiveId" clId="{8DF3051F-AFC8-4A19-98C9-131D1155AB64}" dt="2026-04-17T14:57:25.844" v="63" actId="2711"/>
          <ac:spMkLst>
            <pc:docMk/>
            <pc:sldMk cId="0" sldId="265"/>
            <ac:spMk id="12" creationId="{00000000-0000-0000-0000-000000000000}"/>
          </ac:spMkLst>
        </pc:spChg>
        <pc:spChg chg="mod">
          <ac:chgData name="和之 吉川" userId="00bda2e2763095d7" providerId="LiveId" clId="{8DF3051F-AFC8-4A19-98C9-131D1155AB64}" dt="2026-04-17T14:57:25.844" v="63" actId="2711"/>
          <ac:spMkLst>
            <pc:docMk/>
            <pc:sldMk cId="0" sldId="265"/>
            <ac:spMk id="13" creationId="{00000000-0000-0000-0000-000000000000}"/>
          </ac:spMkLst>
        </pc:spChg>
        <pc:spChg chg="mod">
          <ac:chgData name="和之 吉川" userId="00bda2e2763095d7" providerId="LiveId" clId="{8DF3051F-AFC8-4A19-98C9-131D1155AB64}" dt="2026-04-17T14:57:25.844" v="63" actId="2711"/>
          <ac:spMkLst>
            <pc:docMk/>
            <pc:sldMk cId="0" sldId="265"/>
            <ac:spMk id="14" creationId="{00000000-0000-0000-0000-000000000000}"/>
          </ac:spMkLst>
        </pc:spChg>
        <pc:spChg chg="mod">
          <ac:chgData name="和之 吉川" userId="00bda2e2763095d7" providerId="LiveId" clId="{8DF3051F-AFC8-4A19-98C9-131D1155AB64}" dt="2026-04-17T14:57:25.844" v="63" actId="2711"/>
          <ac:spMkLst>
            <pc:docMk/>
            <pc:sldMk cId="0" sldId="265"/>
            <ac:spMk id="16" creationId="{00000000-0000-0000-0000-000000000000}"/>
          </ac:spMkLst>
        </pc:spChg>
        <pc:spChg chg="mod">
          <ac:chgData name="和之 吉川" userId="00bda2e2763095d7" providerId="LiveId" clId="{8DF3051F-AFC8-4A19-98C9-131D1155AB64}" dt="2026-04-17T14:57:25.844" v="63" actId="2711"/>
          <ac:spMkLst>
            <pc:docMk/>
            <pc:sldMk cId="0" sldId="265"/>
            <ac:spMk id="17" creationId="{00000000-0000-0000-0000-000000000000}"/>
          </ac:spMkLst>
        </pc:spChg>
        <pc:spChg chg="mod">
          <ac:chgData name="和之 吉川" userId="00bda2e2763095d7" providerId="LiveId" clId="{8DF3051F-AFC8-4A19-98C9-131D1155AB64}" dt="2026-04-17T14:57:25.844" v="63" actId="2711"/>
          <ac:spMkLst>
            <pc:docMk/>
            <pc:sldMk cId="0" sldId="265"/>
            <ac:spMk id="19" creationId="{00000000-0000-0000-0000-000000000000}"/>
          </ac:spMkLst>
        </pc:spChg>
        <pc:spChg chg="mod">
          <ac:chgData name="和之 吉川" userId="00bda2e2763095d7" providerId="LiveId" clId="{8DF3051F-AFC8-4A19-98C9-131D1155AB64}" dt="2026-04-17T14:57:25.844" v="63" actId="2711"/>
          <ac:spMkLst>
            <pc:docMk/>
            <pc:sldMk cId="0" sldId="265"/>
            <ac:spMk id="21" creationId="{00000000-0000-0000-0000-000000000000}"/>
          </ac:spMkLst>
        </pc:spChg>
        <pc:spChg chg="mod">
          <ac:chgData name="和之 吉川" userId="00bda2e2763095d7" providerId="LiveId" clId="{8DF3051F-AFC8-4A19-98C9-131D1155AB64}" dt="2026-04-17T14:57:25.844" v="63" actId="2711"/>
          <ac:spMkLst>
            <pc:docMk/>
            <pc:sldMk cId="0" sldId="265"/>
            <ac:spMk id="22" creationId="{00000000-0000-0000-0000-000000000000}"/>
          </ac:spMkLst>
        </pc:spChg>
      </pc:sldChg>
      <pc:sldChg chg="modSp mod">
        <pc:chgData name="和之 吉川" userId="00bda2e2763095d7" providerId="LiveId" clId="{8DF3051F-AFC8-4A19-98C9-131D1155AB64}" dt="2026-04-17T15:00:21.987" v="98" actId="2711"/>
        <pc:sldMkLst>
          <pc:docMk/>
          <pc:sldMk cId="0" sldId="266"/>
        </pc:sldMkLst>
        <pc:spChg chg="mod">
          <ac:chgData name="和之 吉川" userId="00bda2e2763095d7" providerId="LiveId" clId="{8DF3051F-AFC8-4A19-98C9-131D1155AB64}" dt="2026-04-17T15:00:11.232" v="97" actId="2711"/>
          <ac:spMkLst>
            <pc:docMk/>
            <pc:sldMk cId="0" sldId="266"/>
            <ac:spMk id="3" creationId="{00000000-0000-0000-0000-000000000000}"/>
          </ac:spMkLst>
        </pc:spChg>
        <pc:spChg chg="mod">
          <ac:chgData name="和之 吉川" userId="00bda2e2763095d7" providerId="LiveId" clId="{8DF3051F-AFC8-4A19-98C9-131D1155AB64}" dt="2026-04-17T15:00:21.987" v="98" actId="2711"/>
          <ac:spMkLst>
            <pc:docMk/>
            <pc:sldMk cId="0" sldId="266"/>
            <ac:spMk id="4" creationId="{00000000-0000-0000-0000-000000000000}"/>
          </ac:spMkLst>
        </pc:spChg>
        <pc:spChg chg="mod">
          <ac:chgData name="和之 吉川" userId="00bda2e2763095d7" providerId="LiveId" clId="{8DF3051F-AFC8-4A19-98C9-131D1155AB64}" dt="2026-04-17T15:00:21.987" v="98" actId="2711"/>
          <ac:spMkLst>
            <pc:docMk/>
            <pc:sldMk cId="0" sldId="266"/>
            <ac:spMk id="5" creationId="{00000000-0000-0000-0000-000000000000}"/>
          </ac:spMkLst>
        </pc:spChg>
        <pc:spChg chg="mod">
          <ac:chgData name="和之 吉川" userId="00bda2e2763095d7" providerId="LiveId" clId="{8DF3051F-AFC8-4A19-98C9-131D1155AB64}" dt="2026-04-17T15:00:21.987" v="98" actId="2711"/>
          <ac:spMkLst>
            <pc:docMk/>
            <pc:sldMk cId="0" sldId="266"/>
            <ac:spMk id="6" creationId="{00000000-0000-0000-0000-000000000000}"/>
          </ac:spMkLst>
        </pc:spChg>
        <pc:spChg chg="mod">
          <ac:chgData name="和之 吉川" userId="00bda2e2763095d7" providerId="LiveId" clId="{8DF3051F-AFC8-4A19-98C9-131D1155AB64}" dt="2026-04-17T15:00:21.987" v="98" actId="2711"/>
          <ac:spMkLst>
            <pc:docMk/>
            <pc:sldMk cId="0" sldId="266"/>
            <ac:spMk id="7" creationId="{00000000-0000-0000-0000-000000000000}"/>
          </ac:spMkLst>
        </pc:spChg>
        <pc:spChg chg="mod">
          <ac:chgData name="和之 吉川" userId="00bda2e2763095d7" providerId="LiveId" clId="{8DF3051F-AFC8-4A19-98C9-131D1155AB64}" dt="2026-04-17T15:00:21.987" v="98" actId="2711"/>
          <ac:spMkLst>
            <pc:docMk/>
            <pc:sldMk cId="0" sldId="266"/>
            <ac:spMk id="9" creationId="{00000000-0000-0000-0000-000000000000}"/>
          </ac:spMkLst>
        </pc:spChg>
        <pc:spChg chg="mod">
          <ac:chgData name="和之 吉川" userId="00bda2e2763095d7" providerId="LiveId" clId="{8DF3051F-AFC8-4A19-98C9-131D1155AB64}" dt="2026-04-17T15:00:21.987" v="98" actId="2711"/>
          <ac:spMkLst>
            <pc:docMk/>
            <pc:sldMk cId="0" sldId="266"/>
            <ac:spMk id="11" creationId="{00000000-0000-0000-0000-000000000000}"/>
          </ac:spMkLst>
        </pc:spChg>
        <pc:spChg chg="mod">
          <ac:chgData name="和之 吉川" userId="00bda2e2763095d7" providerId="LiveId" clId="{8DF3051F-AFC8-4A19-98C9-131D1155AB64}" dt="2026-04-17T15:00:21.987" v="98" actId="2711"/>
          <ac:spMkLst>
            <pc:docMk/>
            <pc:sldMk cId="0" sldId="266"/>
            <ac:spMk id="12" creationId="{00000000-0000-0000-0000-000000000000}"/>
          </ac:spMkLst>
        </pc:spChg>
        <pc:spChg chg="mod">
          <ac:chgData name="和之 吉川" userId="00bda2e2763095d7" providerId="LiveId" clId="{8DF3051F-AFC8-4A19-98C9-131D1155AB64}" dt="2026-04-17T15:00:21.987" v="98" actId="2711"/>
          <ac:spMkLst>
            <pc:docMk/>
            <pc:sldMk cId="0" sldId="266"/>
            <ac:spMk id="13" creationId="{00000000-0000-0000-0000-000000000000}"/>
          </ac:spMkLst>
        </pc:spChg>
        <pc:spChg chg="mod">
          <ac:chgData name="和之 吉川" userId="00bda2e2763095d7" providerId="LiveId" clId="{8DF3051F-AFC8-4A19-98C9-131D1155AB64}" dt="2026-04-17T15:00:21.987" v="98" actId="2711"/>
          <ac:spMkLst>
            <pc:docMk/>
            <pc:sldMk cId="0" sldId="266"/>
            <ac:spMk id="17" creationId="{00000000-0000-0000-0000-000000000000}"/>
          </ac:spMkLst>
        </pc:spChg>
        <pc:spChg chg="mod">
          <ac:chgData name="和之 吉川" userId="00bda2e2763095d7" providerId="LiveId" clId="{8DF3051F-AFC8-4A19-98C9-131D1155AB64}" dt="2026-04-17T15:00:21.987" v="98" actId="2711"/>
          <ac:spMkLst>
            <pc:docMk/>
            <pc:sldMk cId="0" sldId="266"/>
            <ac:spMk id="20" creationId="{00000000-0000-0000-0000-000000000000}"/>
          </ac:spMkLst>
        </pc:spChg>
      </pc:sldChg>
      <pc:sldChg chg="modSp mod">
        <pc:chgData name="和之 吉川" userId="00bda2e2763095d7" providerId="LiveId" clId="{8DF3051F-AFC8-4A19-98C9-131D1155AB64}" dt="2026-04-17T15:01:48.466" v="100" actId="2711"/>
        <pc:sldMkLst>
          <pc:docMk/>
          <pc:sldMk cId="0" sldId="267"/>
        </pc:sldMkLst>
        <pc:spChg chg="mod">
          <ac:chgData name="和之 吉川" userId="00bda2e2763095d7" providerId="LiveId" clId="{8DF3051F-AFC8-4A19-98C9-131D1155AB64}" dt="2026-04-17T15:01:48.466" v="100" actId="2711"/>
          <ac:spMkLst>
            <pc:docMk/>
            <pc:sldMk cId="0" sldId="267"/>
            <ac:spMk id="3" creationId="{00000000-0000-0000-0000-000000000000}"/>
          </ac:spMkLst>
        </pc:spChg>
        <pc:spChg chg="mod">
          <ac:chgData name="和之 吉川" userId="00bda2e2763095d7" providerId="LiveId" clId="{8DF3051F-AFC8-4A19-98C9-131D1155AB64}" dt="2026-04-17T15:01:37.417" v="99" actId="2711"/>
          <ac:spMkLst>
            <pc:docMk/>
            <pc:sldMk cId="0" sldId="267"/>
            <ac:spMk id="4" creationId="{00000000-0000-0000-0000-000000000000}"/>
          </ac:spMkLst>
        </pc:spChg>
        <pc:spChg chg="mod">
          <ac:chgData name="和之 吉川" userId="00bda2e2763095d7" providerId="LiveId" clId="{8DF3051F-AFC8-4A19-98C9-131D1155AB64}" dt="2026-04-17T15:01:37.417" v="99" actId="2711"/>
          <ac:spMkLst>
            <pc:docMk/>
            <pc:sldMk cId="0" sldId="267"/>
            <ac:spMk id="5" creationId="{00000000-0000-0000-0000-000000000000}"/>
          </ac:spMkLst>
        </pc:spChg>
        <pc:spChg chg="mod">
          <ac:chgData name="和之 吉川" userId="00bda2e2763095d7" providerId="LiveId" clId="{8DF3051F-AFC8-4A19-98C9-131D1155AB64}" dt="2026-04-17T15:01:37.417" v="99" actId="2711"/>
          <ac:spMkLst>
            <pc:docMk/>
            <pc:sldMk cId="0" sldId="267"/>
            <ac:spMk id="7" creationId="{00000000-0000-0000-0000-000000000000}"/>
          </ac:spMkLst>
        </pc:spChg>
        <pc:spChg chg="mod">
          <ac:chgData name="和之 吉川" userId="00bda2e2763095d7" providerId="LiveId" clId="{8DF3051F-AFC8-4A19-98C9-131D1155AB64}" dt="2026-04-17T15:01:37.417" v="99" actId="2711"/>
          <ac:spMkLst>
            <pc:docMk/>
            <pc:sldMk cId="0" sldId="267"/>
            <ac:spMk id="8" creationId="{00000000-0000-0000-0000-000000000000}"/>
          </ac:spMkLst>
        </pc:spChg>
        <pc:spChg chg="mod">
          <ac:chgData name="和之 吉川" userId="00bda2e2763095d7" providerId="LiveId" clId="{8DF3051F-AFC8-4A19-98C9-131D1155AB64}" dt="2026-04-17T15:01:37.417" v="99" actId="2711"/>
          <ac:spMkLst>
            <pc:docMk/>
            <pc:sldMk cId="0" sldId="267"/>
            <ac:spMk id="12" creationId="{00000000-0000-0000-0000-000000000000}"/>
          </ac:spMkLst>
        </pc:spChg>
        <pc:spChg chg="mod">
          <ac:chgData name="和之 吉川" userId="00bda2e2763095d7" providerId="LiveId" clId="{8DF3051F-AFC8-4A19-98C9-131D1155AB64}" dt="2026-04-17T15:01:37.417" v="99" actId="2711"/>
          <ac:spMkLst>
            <pc:docMk/>
            <pc:sldMk cId="0" sldId="267"/>
            <ac:spMk id="18" creationId="{00000000-0000-0000-0000-000000000000}"/>
          </ac:spMkLst>
        </pc:spChg>
        <pc:spChg chg="mod">
          <ac:chgData name="和之 吉川" userId="00bda2e2763095d7" providerId="LiveId" clId="{8DF3051F-AFC8-4A19-98C9-131D1155AB64}" dt="2026-04-17T15:01:37.417" v="99" actId="2711"/>
          <ac:spMkLst>
            <pc:docMk/>
            <pc:sldMk cId="0" sldId="267"/>
            <ac:spMk id="19" creationId="{00000000-0000-0000-0000-000000000000}"/>
          </ac:spMkLst>
        </pc:spChg>
        <pc:spChg chg="mod">
          <ac:chgData name="和之 吉川" userId="00bda2e2763095d7" providerId="LiveId" clId="{8DF3051F-AFC8-4A19-98C9-131D1155AB64}" dt="2026-04-17T15:01:37.417" v="99" actId="2711"/>
          <ac:spMkLst>
            <pc:docMk/>
            <pc:sldMk cId="0" sldId="267"/>
            <ac:spMk id="20" creationId="{00000000-0000-0000-0000-000000000000}"/>
          </ac:spMkLst>
        </pc:spChg>
        <pc:spChg chg="mod">
          <ac:chgData name="和之 吉川" userId="00bda2e2763095d7" providerId="LiveId" clId="{8DF3051F-AFC8-4A19-98C9-131D1155AB64}" dt="2026-04-17T15:01:37.417" v="99" actId="2711"/>
          <ac:spMkLst>
            <pc:docMk/>
            <pc:sldMk cId="0" sldId="267"/>
            <ac:spMk id="23" creationId="{00000000-0000-0000-0000-000000000000}"/>
          </ac:spMkLst>
        </pc:spChg>
        <pc:spChg chg="mod">
          <ac:chgData name="和之 吉川" userId="00bda2e2763095d7" providerId="LiveId" clId="{8DF3051F-AFC8-4A19-98C9-131D1155AB64}" dt="2026-04-17T15:01:37.417" v="99" actId="2711"/>
          <ac:spMkLst>
            <pc:docMk/>
            <pc:sldMk cId="0" sldId="267"/>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541588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0.jpe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0.jpe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Shape 0"/>
          <p:cNvSpPr/>
          <p:nvPr/>
        </p:nvSpPr>
        <p:spPr>
          <a:xfrm>
            <a:off x="4094262" y="1789342"/>
            <a:ext cx="1262658" cy="255389"/>
          </a:xfrm>
          <a:prstGeom prst="rect">
            <a:avLst/>
          </a:prstGeom>
          <a:solidFill>
            <a:srgbClr val="64FFDA">
              <a:alpha val="10000"/>
            </a:srgbClr>
          </a:solidFill>
          <a:ln w="9144">
            <a:solidFill>
              <a:srgbClr val="64FFDA"/>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Text 1"/>
          <p:cNvSpPr/>
          <p:nvPr/>
        </p:nvSpPr>
        <p:spPr>
          <a:xfrm>
            <a:off x="3940670" y="1789342"/>
            <a:ext cx="1551785" cy="252890"/>
          </a:xfrm>
          <a:prstGeom prst="rect">
            <a:avLst/>
          </a:prstGeom>
          <a:noFill/>
          <a:ln/>
        </p:spPr>
        <p:txBody>
          <a:bodyPr wrap="square" lIns="136017" tIns="68072" rIns="136017" bIns="68072" rtlCol="0" anchor="t">
            <a:spAutoFit/>
          </a:bodyPr>
          <a:lstStyle/>
          <a:p>
            <a:pPr marL="0" indent="0" algn="ctr">
              <a:lnSpc>
                <a:spcPts val="900"/>
              </a:lnSpc>
              <a:buNone/>
            </a:pPr>
            <a:r>
              <a:rPr lang="en-US" sz="727" dirty="0">
                <a:solidFill>
                  <a:srgbClr val="64FFDA"/>
                </a:solidFill>
                <a:latin typeface="メイリオ" panose="020B0604030504040204" pitchFamily="50" charset="-128"/>
                <a:ea typeface="メイリオ" panose="020B0604030504040204" pitchFamily="50" charset="-128"/>
                <a:cs typeface="Space Grotesk" pitchFamily="34" charset="-120"/>
              </a:rPr>
              <a:t>DEEP LEARNING × EEG</a:t>
            </a:r>
            <a:endParaRPr lang="en-US" sz="727" dirty="0">
              <a:latin typeface="メイリオ" panose="020B0604030504040204" pitchFamily="50" charset="-128"/>
              <a:ea typeface="メイリオ" panose="020B0604030504040204" pitchFamily="50" charset="-128"/>
            </a:endParaRPr>
          </a:p>
        </p:txBody>
      </p:sp>
      <p:sp>
        <p:nvSpPr>
          <p:cNvPr id="6" name="Text 2"/>
          <p:cNvSpPr/>
          <p:nvPr/>
        </p:nvSpPr>
        <p:spPr>
          <a:xfrm>
            <a:off x="1428750" y="2180462"/>
            <a:ext cx="6286500" cy="1538883"/>
          </a:xfrm>
          <a:prstGeom prst="rect">
            <a:avLst/>
          </a:prstGeom>
          <a:noFill/>
          <a:ln/>
        </p:spPr>
        <p:txBody>
          <a:bodyPr wrap="square" lIns="0" tIns="0" rIns="0" bIns="0" rtlCol="0" anchor="t">
            <a:spAutoFit/>
          </a:bodyPr>
          <a:lstStyle/>
          <a:p>
            <a:pPr marL="0" indent="0" algn="ctr">
              <a:lnSpc>
                <a:spcPts val="4000"/>
              </a:lnSpc>
              <a:buNone/>
            </a:pPr>
            <a:r>
              <a:rPr lang="en-US" sz="3294" b="1" kern="0" spc="-1" dirty="0">
                <a:solidFill>
                  <a:srgbClr val="64FFDA"/>
                </a:solidFill>
                <a:latin typeface="メイリオ" panose="020B0604030504040204" pitchFamily="50" charset="-128"/>
                <a:ea typeface="メイリオ" panose="020B0604030504040204" pitchFamily="50" charset="-128"/>
                <a:cs typeface="Space Grotesk" pitchFamily="34" charset="-120"/>
              </a:rPr>
              <a:t>EEG EMOTION RECOGNITION USING DGCNN</a:t>
            </a:r>
            <a:endParaRPr lang="en-US" sz="3294" dirty="0">
              <a:latin typeface="メイリオ" panose="020B0604030504040204" pitchFamily="50" charset="-128"/>
              <a:ea typeface="メイリオ" panose="020B0604030504040204" pitchFamily="50" charset="-128"/>
            </a:endParaRPr>
          </a:p>
        </p:txBody>
      </p:sp>
      <p:sp>
        <p:nvSpPr>
          <p:cNvPr id="7" name="Text 3"/>
          <p:cNvSpPr/>
          <p:nvPr/>
        </p:nvSpPr>
        <p:spPr>
          <a:xfrm>
            <a:off x="2041660" y="3674056"/>
            <a:ext cx="5060680" cy="28212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8892B0"/>
                </a:solidFill>
                <a:latin typeface="メイリオ" panose="020B0604030504040204" pitchFamily="50" charset="-128"/>
                <a:ea typeface="メイリオ" panose="020B0604030504040204" pitchFamily="50" charset="-128"/>
                <a:cs typeface="Inter" pitchFamily="34" charset="-120"/>
              </a:rPr>
              <a:t>GNN初心者向け：数式とコードで理解する完全解説</a:t>
            </a:r>
            <a:endParaRPr lang="en-US" sz="1704" dirty="0">
              <a:latin typeface="メイリオ" panose="020B0604030504040204" pitchFamily="50" charset="-128"/>
              <a:ea typeface="メイリオ" panose="020B0604030504040204" pitchFamily="50" charset="-128"/>
            </a:endParaRPr>
          </a:p>
        </p:txBody>
      </p:sp>
      <p:pic>
        <p:nvPicPr>
          <p:cNvPr id="8" name="Image 2" descr="preencoded.png"/>
          <p:cNvPicPr>
            <a:picLocks noChangeAspect="1"/>
          </p:cNvPicPr>
          <p:nvPr/>
        </p:nvPicPr>
        <p:blipFill>
          <a:blip r:embed="rId5"/>
          <a:stretch>
            <a:fillRect/>
          </a:stretch>
        </p:blipFill>
        <p:spPr>
          <a:xfrm>
            <a:off x="2154734" y="4260521"/>
            <a:ext cx="178594" cy="142875"/>
          </a:xfrm>
          <a:prstGeom prst="rect">
            <a:avLst/>
          </a:prstGeom>
        </p:spPr>
      </p:pic>
      <p:sp>
        <p:nvSpPr>
          <p:cNvPr id="9" name="Text 4"/>
          <p:cNvSpPr/>
          <p:nvPr/>
        </p:nvSpPr>
        <p:spPr>
          <a:xfrm>
            <a:off x="2417564" y="4245341"/>
            <a:ext cx="2462213" cy="179536"/>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CCD6F6"/>
                </a:solidFill>
                <a:latin typeface="メイリオ" panose="020B0604030504040204" pitchFamily="50" charset="-128"/>
                <a:ea typeface="メイリオ" panose="020B0604030504040204" pitchFamily="50" charset="-128"/>
                <a:cs typeface="Inter" pitchFamily="34" charset="-120"/>
              </a:rPr>
              <a:t>Tengfei Song, Wenming Zheng, et al.</a:t>
            </a:r>
            <a:endParaRPr lang="en-US" sz="1050" dirty="0">
              <a:latin typeface="メイリオ" panose="020B0604030504040204" pitchFamily="50" charset="-128"/>
              <a:ea typeface="メイリオ" panose="020B0604030504040204" pitchFamily="50" charset="-128"/>
            </a:endParaRPr>
          </a:p>
        </p:txBody>
      </p:sp>
      <p:pic>
        <p:nvPicPr>
          <p:cNvPr id="10" name="Image 3" descr="preencoded.png"/>
          <p:cNvPicPr>
            <a:picLocks noChangeAspect="1"/>
          </p:cNvPicPr>
          <p:nvPr/>
        </p:nvPicPr>
        <p:blipFill>
          <a:blip r:embed="rId6"/>
          <a:stretch>
            <a:fillRect/>
          </a:stretch>
        </p:blipFill>
        <p:spPr>
          <a:xfrm>
            <a:off x="5178326" y="4260521"/>
            <a:ext cx="178594" cy="142875"/>
          </a:xfrm>
          <a:prstGeom prst="rect">
            <a:avLst/>
          </a:prstGeom>
        </p:spPr>
      </p:pic>
      <p:sp>
        <p:nvSpPr>
          <p:cNvPr id="11" name="Text 5"/>
          <p:cNvSpPr/>
          <p:nvPr/>
        </p:nvSpPr>
        <p:spPr>
          <a:xfrm>
            <a:off x="5356920" y="4245341"/>
            <a:ext cx="2226572" cy="179536"/>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CCD6F6"/>
                </a:solidFill>
                <a:latin typeface="メイリオ" panose="020B0604030504040204" pitchFamily="50" charset="-128"/>
                <a:ea typeface="メイリオ" panose="020B0604030504040204" pitchFamily="50" charset="-128"/>
                <a:cs typeface="Inter" pitchFamily="34" charset="-120"/>
              </a:rPr>
              <a:t>Presented by Kazuyuki Yoshikawa</a:t>
            </a:r>
            <a:endParaRPr lang="en-US" sz="105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Space Grotesk" pitchFamily="34" charset="0"/>
                <a:ea typeface="Space Grotesk" pitchFamily="34" charset="-122"/>
                <a:cs typeface="Space Grotesk" pitchFamily="34" charset="-120"/>
              </a:rPr>
              <a:t>背景 - なぜEEGにグラフが必要か？</a:t>
            </a:r>
            <a:endParaRPr lang="en-US" sz="2121" dirty="0"/>
          </a:p>
        </p:txBody>
      </p:sp>
      <p:sp>
        <p:nvSpPr>
          <p:cNvPr id="4" name="Text 1"/>
          <p:cNvSpPr/>
          <p:nvPr/>
        </p:nvSpPr>
        <p:spPr>
          <a:xfrm>
            <a:off x="428625" y="1119783"/>
            <a:ext cx="7143750" cy="493468"/>
          </a:xfrm>
          <a:prstGeom prst="rect">
            <a:avLst/>
          </a:prstGeom>
          <a:noFill/>
          <a:ln/>
        </p:spPr>
        <p:txBody>
          <a:bodyPr wrap="square" lIns="0" tIns="0" rIns="0" bIns="0" rtlCol="0" anchor="t">
            <a:spAutoFit/>
          </a:bodyPr>
          <a:lstStyle/>
          <a:p>
            <a:pPr marL="0" indent="0" algn="l">
              <a:lnSpc>
                <a:spcPts val="2000"/>
              </a:lnSpc>
              <a:buNone/>
            </a:pPr>
            <a:r>
              <a:rPr lang="en-US" sz="1159" dirty="0">
                <a:solidFill>
                  <a:srgbClr val="8892B0"/>
                </a:solidFill>
                <a:latin typeface="メイリオ" panose="020B0604030504040204" pitchFamily="50" charset="-128"/>
                <a:ea typeface="メイリオ" panose="020B0604030504040204" pitchFamily="50" charset="-128"/>
                <a:cs typeface="Inter" pitchFamily="34" charset="-120"/>
              </a:rPr>
              <a:t>脳波（EEG）データは頭部の曲面上に配置された電極から得られます。従来のCNNは画像のような「格子状」データを前提としていますが、EEGの空間的関係を正しく扱うには</a:t>
            </a:r>
            <a:r>
              <a:rPr lang="en-US" sz="1090" b="1" dirty="0">
                <a:solidFill>
                  <a:srgbClr val="F0F0F0"/>
                </a:solidFill>
                <a:latin typeface="メイリオ" panose="020B0604030504040204" pitchFamily="50" charset="-128"/>
                <a:ea typeface="メイリオ" panose="020B0604030504040204" pitchFamily="50" charset="-128"/>
                <a:cs typeface="Inter" pitchFamily="34" charset="-120"/>
              </a:rPr>
              <a:t>グラフ構造</a:t>
            </a:r>
            <a:r>
              <a:rPr lang="en-US" sz="1159" dirty="0">
                <a:solidFill>
                  <a:srgbClr val="8892B0"/>
                </a:solidFill>
                <a:latin typeface="メイリオ" panose="020B0604030504040204" pitchFamily="50" charset="-128"/>
                <a:ea typeface="メイリオ" panose="020B0604030504040204" pitchFamily="50" charset="-128"/>
                <a:cs typeface="Inter" pitchFamily="34" charset="-120"/>
              </a:rPr>
              <a:t>が不可欠です。</a:t>
            </a:r>
            <a:endParaRPr lang="en-US" sz="1159" dirty="0">
              <a:latin typeface="メイリオ" panose="020B0604030504040204" pitchFamily="50" charset="-128"/>
              <a:ea typeface="メイリオ" panose="020B0604030504040204" pitchFamily="50" charset="-128"/>
            </a:endParaRPr>
          </a:p>
        </p:txBody>
      </p:sp>
      <p:sp>
        <p:nvSpPr>
          <p:cNvPr id="5" name="Shape 2"/>
          <p:cNvSpPr/>
          <p:nvPr/>
        </p:nvSpPr>
        <p:spPr>
          <a:xfrm>
            <a:off x="428625" y="2159896"/>
            <a:ext cx="8286750" cy="2114550"/>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 name="Shape 3"/>
          <p:cNvSpPr/>
          <p:nvPr/>
        </p:nvSpPr>
        <p:spPr>
          <a:xfrm>
            <a:off x="1000125" y="2159896"/>
            <a:ext cx="1649481" cy="542925"/>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 name="Shape 4"/>
          <p:cNvSpPr/>
          <p:nvPr/>
        </p:nvSpPr>
        <p:spPr>
          <a:xfrm>
            <a:off x="1000125" y="2695677"/>
            <a:ext cx="1649481" cy="7144"/>
          </a:xfrm>
          <a:prstGeom prst="rect">
            <a:avLst/>
          </a:prstGeom>
          <a:solidFill>
            <a:srgbClr val="233554"/>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8" name="Text 5"/>
          <p:cNvSpPr/>
          <p:nvPr/>
        </p:nvSpPr>
        <p:spPr>
          <a:xfrm>
            <a:off x="1000125" y="2138939"/>
            <a:ext cx="1649481" cy="584840"/>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64FFDA"/>
                </a:solidFill>
                <a:latin typeface="メイリオ" panose="020B0604030504040204" pitchFamily="50" charset="-128"/>
                <a:ea typeface="メイリオ" panose="020B0604030504040204" pitchFamily="50" charset="-128"/>
                <a:cs typeface="Space Grotesk" pitchFamily="34" charset="-120"/>
              </a:rPr>
              <a:t>特徴</a:t>
            </a:r>
            <a:endParaRPr lang="en-US" sz="987" dirty="0">
              <a:latin typeface="メイリオ" panose="020B0604030504040204" pitchFamily="50" charset="-128"/>
              <a:ea typeface="メイリオ" panose="020B0604030504040204" pitchFamily="50" charset="-128"/>
            </a:endParaRPr>
          </a:p>
        </p:txBody>
      </p:sp>
      <p:sp>
        <p:nvSpPr>
          <p:cNvPr id="9" name="Shape 6"/>
          <p:cNvSpPr/>
          <p:nvPr/>
        </p:nvSpPr>
        <p:spPr>
          <a:xfrm>
            <a:off x="2649606" y="2159896"/>
            <a:ext cx="1902442" cy="542925"/>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 name="Shape 7"/>
          <p:cNvSpPr/>
          <p:nvPr/>
        </p:nvSpPr>
        <p:spPr>
          <a:xfrm>
            <a:off x="2649606" y="2695677"/>
            <a:ext cx="1902442" cy="7144"/>
          </a:xfrm>
          <a:prstGeom prst="rect">
            <a:avLst/>
          </a:prstGeom>
          <a:solidFill>
            <a:srgbClr val="233554"/>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Text 8"/>
          <p:cNvSpPr/>
          <p:nvPr/>
        </p:nvSpPr>
        <p:spPr>
          <a:xfrm>
            <a:off x="2649606" y="2138939"/>
            <a:ext cx="1902442" cy="584840"/>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64FFDA"/>
                </a:solidFill>
                <a:latin typeface="メイリオ" panose="020B0604030504040204" pitchFamily="50" charset="-128"/>
                <a:ea typeface="メイリオ" panose="020B0604030504040204" pitchFamily="50" charset="-128"/>
                <a:cs typeface="Space Grotesk" pitchFamily="34" charset="-120"/>
              </a:rPr>
              <a:t>従来のCNN</a:t>
            </a:r>
            <a:endParaRPr lang="en-US" sz="987" dirty="0">
              <a:latin typeface="メイリオ" panose="020B0604030504040204" pitchFamily="50" charset="-128"/>
              <a:ea typeface="メイリオ" panose="020B0604030504040204" pitchFamily="50" charset="-128"/>
            </a:endParaRPr>
          </a:p>
        </p:txBody>
      </p:sp>
      <p:sp>
        <p:nvSpPr>
          <p:cNvPr id="12" name="Shape 9"/>
          <p:cNvSpPr/>
          <p:nvPr/>
        </p:nvSpPr>
        <p:spPr>
          <a:xfrm>
            <a:off x="4552048" y="2159896"/>
            <a:ext cx="4163327" cy="542925"/>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3" name="Shape 10"/>
          <p:cNvSpPr/>
          <p:nvPr/>
        </p:nvSpPr>
        <p:spPr>
          <a:xfrm>
            <a:off x="4552048" y="2695677"/>
            <a:ext cx="4163327" cy="7144"/>
          </a:xfrm>
          <a:prstGeom prst="rect">
            <a:avLst/>
          </a:prstGeom>
          <a:solidFill>
            <a:srgbClr val="233554"/>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 11"/>
          <p:cNvSpPr/>
          <p:nvPr/>
        </p:nvSpPr>
        <p:spPr>
          <a:xfrm>
            <a:off x="4552048" y="2138939"/>
            <a:ext cx="4163327" cy="584840"/>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64FFDA"/>
                </a:solidFill>
                <a:latin typeface="メイリオ" panose="020B0604030504040204" pitchFamily="50" charset="-128"/>
                <a:ea typeface="メイリオ" panose="020B0604030504040204" pitchFamily="50" charset="-128"/>
                <a:cs typeface="Space Grotesk" pitchFamily="34" charset="-120"/>
              </a:rPr>
              <a:t>グラフニューラルネットワーク (GNN)</a:t>
            </a:r>
            <a:endParaRPr lang="en-US" sz="987" dirty="0">
              <a:latin typeface="メイリオ" panose="020B0604030504040204" pitchFamily="50" charset="-128"/>
              <a:ea typeface="メイリオ" panose="020B0604030504040204" pitchFamily="50" charset="-128"/>
            </a:endParaRPr>
          </a:p>
        </p:txBody>
      </p:sp>
      <p:pic>
        <p:nvPicPr>
          <p:cNvPr id="15" name="Image 1" descr="preencoded.png"/>
          <p:cNvPicPr>
            <a:picLocks noChangeAspect="1"/>
          </p:cNvPicPr>
          <p:nvPr/>
        </p:nvPicPr>
        <p:blipFill>
          <a:blip r:embed="rId4"/>
          <a:stretch>
            <a:fillRect/>
          </a:stretch>
        </p:blipFill>
        <p:spPr>
          <a:xfrm>
            <a:off x="600075" y="2887666"/>
            <a:ext cx="128588" cy="128588"/>
          </a:xfrm>
          <a:prstGeom prst="rect">
            <a:avLst/>
          </a:prstGeom>
        </p:spPr>
      </p:pic>
      <p:sp>
        <p:nvSpPr>
          <p:cNvPr id="16" name="Text 12"/>
          <p:cNvSpPr/>
          <p:nvPr/>
        </p:nvSpPr>
        <p:spPr>
          <a:xfrm>
            <a:off x="1000125" y="2673398"/>
            <a:ext cx="1649481" cy="566052"/>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0F0F0"/>
                </a:solidFill>
                <a:latin typeface="メイリオ" panose="020B0604030504040204" pitchFamily="50" charset="-128"/>
                <a:ea typeface="メイリオ" panose="020B0604030504040204" pitchFamily="50" charset="-128"/>
                <a:cs typeface="Inter" pitchFamily="34" charset="-120"/>
              </a:rPr>
              <a:t>データ構造</a:t>
            </a:r>
            <a:endParaRPr lang="en-US" sz="885" dirty="0">
              <a:latin typeface="メイリオ" panose="020B0604030504040204" pitchFamily="50" charset="-128"/>
              <a:ea typeface="メイリオ" panose="020B0604030504040204" pitchFamily="50" charset="-128"/>
            </a:endParaRPr>
          </a:p>
        </p:txBody>
      </p:sp>
      <p:sp>
        <p:nvSpPr>
          <p:cNvPr id="17" name="Text 13"/>
          <p:cNvSpPr/>
          <p:nvPr/>
        </p:nvSpPr>
        <p:spPr>
          <a:xfrm>
            <a:off x="2649606" y="2673398"/>
            <a:ext cx="1902442" cy="566052"/>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格子状（Grid）</a:t>
            </a:r>
            <a:endParaRPr lang="en-US" sz="942" dirty="0">
              <a:latin typeface="メイリオ" panose="020B0604030504040204" pitchFamily="50" charset="-128"/>
              <a:ea typeface="メイリオ" panose="020B0604030504040204" pitchFamily="50" charset="-128"/>
            </a:endParaRPr>
          </a:p>
        </p:txBody>
      </p:sp>
      <p:sp>
        <p:nvSpPr>
          <p:cNvPr id="18" name="Text 14"/>
          <p:cNvSpPr/>
          <p:nvPr/>
        </p:nvSpPr>
        <p:spPr>
          <a:xfrm>
            <a:off x="4552048" y="2673398"/>
            <a:ext cx="4163327" cy="566052"/>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グラフ構造（Non-Euclidean）</a:t>
            </a:r>
            <a:endParaRPr lang="en-US" sz="942" dirty="0">
              <a:latin typeface="メイリオ" panose="020B0604030504040204" pitchFamily="50" charset="-128"/>
              <a:ea typeface="メイリオ" panose="020B0604030504040204" pitchFamily="50" charset="-128"/>
            </a:endParaRPr>
          </a:p>
        </p:txBody>
      </p:sp>
      <p:pic>
        <p:nvPicPr>
          <p:cNvPr id="19" name="Image 2" descr="preencoded.png"/>
          <p:cNvPicPr>
            <a:picLocks noChangeAspect="1"/>
          </p:cNvPicPr>
          <p:nvPr/>
        </p:nvPicPr>
        <p:blipFill>
          <a:blip r:embed="rId5"/>
          <a:stretch>
            <a:fillRect/>
          </a:stretch>
        </p:blipFill>
        <p:spPr>
          <a:xfrm>
            <a:off x="600075" y="3409159"/>
            <a:ext cx="144661" cy="128588"/>
          </a:xfrm>
          <a:prstGeom prst="rect">
            <a:avLst/>
          </a:prstGeom>
        </p:spPr>
      </p:pic>
      <p:sp>
        <p:nvSpPr>
          <p:cNvPr id="20" name="Text 15"/>
          <p:cNvSpPr/>
          <p:nvPr/>
        </p:nvSpPr>
        <p:spPr>
          <a:xfrm>
            <a:off x="1000125" y="3194892"/>
            <a:ext cx="1649481" cy="566052"/>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0F0F0"/>
                </a:solidFill>
                <a:latin typeface="メイリオ" panose="020B0604030504040204" pitchFamily="50" charset="-128"/>
                <a:ea typeface="メイリオ" panose="020B0604030504040204" pitchFamily="50" charset="-128"/>
                <a:cs typeface="Inter" pitchFamily="34" charset="-120"/>
              </a:rPr>
              <a:t>空間関係</a:t>
            </a:r>
            <a:endParaRPr lang="en-US" sz="885" dirty="0">
              <a:latin typeface="メイリオ" panose="020B0604030504040204" pitchFamily="50" charset="-128"/>
              <a:ea typeface="メイリオ" panose="020B0604030504040204" pitchFamily="50" charset="-128"/>
            </a:endParaRPr>
          </a:p>
        </p:txBody>
      </p:sp>
      <p:sp>
        <p:nvSpPr>
          <p:cNvPr id="21" name="Text 16"/>
          <p:cNvSpPr/>
          <p:nvPr/>
        </p:nvSpPr>
        <p:spPr>
          <a:xfrm>
            <a:off x="2649606" y="3194892"/>
            <a:ext cx="1902442" cy="566052"/>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隣接ピクセル</a:t>
            </a:r>
            <a:endParaRPr lang="en-US" sz="942" dirty="0">
              <a:latin typeface="メイリオ" panose="020B0604030504040204" pitchFamily="50" charset="-128"/>
              <a:ea typeface="メイリオ" panose="020B0604030504040204" pitchFamily="50" charset="-128"/>
            </a:endParaRPr>
          </a:p>
        </p:txBody>
      </p:sp>
      <p:sp>
        <p:nvSpPr>
          <p:cNvPr id="22" name="Text 17"/>
          <p:cNvSpPr/>
          <p:nvPr/>
        </p:nvSpPr>
        <p:spPr>
          <a:xfrm>
            <a:off x="4552048" y="3194892"/>
            <a:ext cx="4163327" cy="566052"/>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ノード間の「つながり（エッジ）」</a:t>
            </a:r>
            <a:endParaRPr lang="en-US" sz="942" dirty="0">
              <a:latin typeface="メイリオ" panose="020B0604030504040204" pitchFamily="50" charset="-128"/>
              <a:ea typeface="メイリオ" panose="020B0604030504040204" pitchFamily="50" charset="-128"/>
            </a:endParaRPr>
          </a:p>
        </p:txBody>
      </p:sp>
      <p:pic>
        <p:nvPicPr>
          <p:cNvPr id="23" name="Image 3" descr="preencoded.png"/>
          <p:cNvPicPr>
            <a:picLocks noChangeAspect="1"/>
          </p:cNvPicPr>
          <p:nvPr/>
        </p:nvPicPr>
        <p:blipFill>
          <a:blip r:embed="rId6"/>
          <a:stretch>
            <a:fillRect/>
          </a:stretch>
        </p:blipFill>
        <p:spPr>
          <a:xfrm>
            <a:off x="600075" y="3930653"/>
            <a:ext cx="128588" cy="128588"/>
          </a:xfrm>
          <a:prstGeom prst="rect">
            <a:avLst/>
          </a:prstGeom>
        </p:spPr>
      </p:pic>
      <p:sp>
        <p:nvSpPr>
          <p:cNvPr id="24" name="Text 18"/>
          <p:cNvSpPr/>
          <p:nvPr/>
        </p:nvSpPr>
        <p:spPr>
          <a:xfrm>
            <a:off x="1000125" y="3712814"/>
            <a:ext cx="1649481" cy="566052"/>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0F0F0"/>
                </a:solidFill>
                <a:latin typeface="メイリオ" panose="020B0604030504040204" pitchFamily="50" charset="-128"/>
                <a:ea typeface="メイリオ" panose="020B0604030504040204" pitchFamily="50" charset="-128"/>
                <a:cs typeface="Inter" pitchFamily="34" charset="-120"/>
              </a:rPr>
              <a:t>EEGへの適用</a:t>
            </a:r>
            <a:endParaRPr lang="en-US" sz="885" dirty="0">
              <a:latin typeface="メイリオ" panose="020B0604030504040204" pitchFamily="50" charset="-128"/>
              <a:ea typeface="メイリオ" panose="020B0604030504040204" pitchFamily="50" charset="-128"/>
            </a:endParaRPr>
          </a:p>
        </p:txBody>
      </p:sp>
      <p:sp>
        <p:nvSpPr>
          <p:cNvPr id="25" name="Text 19"/>
          <p:cNvSpPr/>
          <p:nvPr/>
        </p:nvSpPr>
        <p:spPr>
          <a:xfrm>
            <a:off x="2649606" y="3712814"/>
            <a:ext cx="1902442" cy="566052"/>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2D画像化が必要</a:t>
            </a:r>
            <a:endParaRPr lang="en-US" sz="942" dirty="0">
              <a:latin typeface="メイリオ" panose="020B0604030504040204" pitchFamily="50" charset="-128"/>
              <a:ea typeface="メイリオ" panose="020B0604030504040204" pitchFamily="50" charset="-128"/>
            </a:endParaRPr>
          </a:p>
        </p:txBody>
      </p:sp>
      <p:sp>
        <p:nvSpPr>
          <p:cNvPr id="26" name="Text 20"/>
          <p:cNvSpPr/>
          <p:nvPr/>
        </p:nvSpPr>
        <p:spPr>
          <a:xfrm>
            <a:off x="4552048" y="3712814"/>
            <a:ext cx="4163327" cy="566052"/>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電極配置をそのまま扱える</a:t>
            </a:r>
            <a:endParaRPr lang="en-US" sz="942" dirty="0">
              <a:latin typeface="メイリオ" panose="020B0604030504040204" pitchFamily="50" charset="-128"/>
              <a:ea typeface="メイリオ" panose="020B0604030504040204" pitchFamily="50" charset="-128"/>
            </a:endParaRPr>
          </a:p>
        </p:txBody>
      </p:sp>
      <p:pic>
        <p:nvPicPr>
          <p:cNvPr id="27" name="Image 4" descr="preencoded.png"/>
          <p:cNvPicPr>
            <a:picLocks noChangeAspect="1"/>
          </p:cNvPicPr>
          <p:nvPr/>
        </p:nvPicPr>
        <p:blipFill>
          <a:blip r:embed="rId7"/>
          <a:stretch>
            <a:fillRect/>
          </a:stretch>
        </p:blipFill>
        <p:spPr>
          <a:xfrm>
            <a:off x="428625" y="4845946"/>
            <a:ext cx="96441" cy="128588"/>
          </a:xfrm>
          <a:prstGeom prst="rect">
            <a:avLst/>
          </a:prstGeom>
        </p:spPr>
      </p:pic>
      <p:sp>
        <p:nvSpPr>
          <p:cNvPr id="28" name="Text 21"/>
          <p:cNvSpPr/>
          <p:nvPr/>
        </p:nvSpPr>
        <p:spPr>
          <a:xfrm>
            <a:off x="632222" y="4824515"/>
            <a:ext cx="5076711"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64FFDA"/>
                </a:solidFill>
                <a:latin typeface="メイリオ" panose="020B0604030504040204" pitchFamily="50" charset="-128"/>
                <a:ea typeface="メイリオ" panose="020B0604030504040204" pitchFamily="50" charset="-128"/>
                <a:cs typeface="Inter" pitchFamily="34" charset="-120"/>
              </a:rPr>
              <a:t>ポイント：GNNは電極間の機能的なつながり（脳内ネットワーク）を直接モデル化できます。</a:t>
            </a:r>
            <a:endParaRPr lang="en-US" sz="942" dirty="0">
              <a:latin typeface="メイリオ" panose="020B0604030504040204" pitchFamily="50" charset="-128"/>
              <a:ea typeface="メイリオ" panose="020B0604030504040204"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4277646"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グラフの基本定義 G = {V, E, W}</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428625" y="976908"/>
            <a:ext cx="8286750" cy="771525"/>
          </a:xfrm>
          <a:prstGeom prst="rect">
            <a:avLst/>
          </a:prstGeom>
          <a:solidFill>
            <a:srgbClr val="112240"/>
          </a:solidFill>
          <a:ln w="9144">
            <a:solidFill>
              <a:srgbClr val="64FFDA"/>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Text 2"/>
          <p:cNvSpPr/>
          <p:nvPr/>
        </p:nvSpPr>
        <p:spPr>
          <a:xfrm>
            <a:off x="428625" y="976908"/>
            <a:ext cx="8286750" cy="823046"/>
          </a:xfrm>
          <a:prstGeom prst="rect">
            <a:avLst/>
          </a:prstGeom>
          <a:noFill/>
          <a:ln/>
        </p:spPr>
        <p:txBody>
          <a:bodyPr wrap="square" lIns="255143" tIns="255143" rIns="255143" bIns="255143" rtlCol="0" anchor="t">
            <a:spAutoFit/>
          </a:bodyPr>
          <a:lstStyle/>
          <a:p>
            <a:pPr marL="0" indent="0" algn="ctr">
              <a:lnSpc>
                <a:spcPts val="2400"/>
              </a:lnSpc>
              <a:buNone/>
            </a:pPr>
            <a:r>
              <a:rPr lang="en-US" sz="1924" dirty="0">
                <a:solidFill>
                  <a:srgbClr val="F0F0F0"/>
                </a:solidFill>
                <a:latin typeface="メイリオ" panose="020B0604030504040204" pitchFamily="50" charset="-128"/>
                <a:ea typeface="メイリオ" panose="020B0604030504040204" pitchFamily="50" charset="-128"/>
                <a:cs typeface="Space Grotesk" pitchFamily="34" charset="-120"/>
              </a:rPr>
              <a:t>G = {V, E, W}</a:t>
            </a:r>
            <a:endParaRPr lang="en-US" sz="1924" dirty="0">
              <a:latin typeface="メイリオ" panose="020B0604030504040204" pitchFamily="50" charset="-128"/>
              <a:ea typeface="メイリオ" panose="020B0604030504040204" pitchFamily="50" charset="-128"/>
            </a:endParaRPr>
          </a:p>
        </p:txBody>
      </p:sp>
      <p:sp>
        <p:nvSpPr>
          <p:cNvPr id="6" name="Shape 3"/>
          <p:cNvSpPr/>
          <p:nvPr/>
        </p:nvSpPr>
        <p:spPr>
          <a:xfrm>
            <a:off x="428625" y="2019895"/>
            <a:ext cx="4036219" cy="1093663"/>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 name="Shape 4"/>
          <p:cNvSpPr/>
          <p:nvPr/>
        </p:nvSpPr>
        <p:spPr>
          <a:xfrm>
            <a:off x="428625" y="2019895"/>
            <a:ext cx="4036219"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8" name="Image 1" descr="preencoded.png"/>
          <p:cNvPicPr>
            <a:picLocks noChangeAspect="1"/>
          </p:cNvPicPr>
          <p:nvPr/>
        </p:nvPicPr>
        <p:blipFill>
          <a:blip r:embed="rId4"/>
          <a:stretch>
            <a:fillRect/>
          </a:stretch>
        </p:blipFill>
        <p:spPr>
          <a:xfrm>
            <a:off x="600075" y="2221706"/>
            <a:ext cx="171450" cy="171450"/>
          </a:xfrm>
          <a:prstGeom prst="rect">
            <a:avLst/>
          </a:prstGeom>
        </p:spPr>
      </p:pic>
      <p:sp>
        <p:nvSpPr>
          <p:cNvPr id="9" name="Text 5"/>
          <p:cNvSpPr/>
          <p:nvPr/>
        </p:nvSpPr>
        <p:spPr>
          <a:xfrm>
            <a:off x="857250" y="2191345"/>
            <a:ext cx="801501" cy="205184"/>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ノード (V)</a:t>
            </a:r>
            <a:endParaRPr lang="en-US" sz="1269" dirty="0">
              <a:latin typeface="メイリオ" panose="020B0604030504040204" pitchFamily="50" charset="-128"/>
              <a:ea typeface="メイリオ" panose="020B0604030504040204" pitchFamily="50" charset="-128"/>
            </a:endParaRPr>
          </a:p>
        </p:txBody>
      </p:sp>
      <p:sp>
        <p:nvSpPr>
          <p:cNvPr id="10" name="Text 6"/>
          <p:cNvSpPr/>
          <p:nvPr/>
        </p:nvSpPr>
        <p:spPr>
          <a:xfrm>
            <a:off x="600075" y="2509242"/>
            <a:ext cx="3693319" cy="39536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EEGの各電極に対応します。計 </a:t>
            </a:r>
            <a:r>
              <a:rPr lang="en-US" sz="942" i="1" dirty="0">
                <a:solidFill>
                  <a:srgbClr val="64FFDA"/>
                </a:solidFill>
                <a:latin typeface="メイリオ" panose="020B0604030504040204" pitchFamily="50" charset="-128"/>
                <a:ea typeface="メイリオ" panose="020B0604030504040204" pitchFamily="50" charset="-128"/>
                <a:cs typeface="Inter" pitchFamily="34" charset="-120"/>
              </a:rPr>
              <a:t>N</a:t>
            </a: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 個のノードが存在し、それぞれの電極位置での信号を保持します。</a:t>
            </a:r>
            <a:endParaRPr lang="en-US" sz="942" dirty="0">
              <a:latin typeface="メイリオ" panose="020B0604030504040204" pitchFamily="50" charset="-128"/>
              <a:ea typeface="メイリオ" panose="020B0604030504040204" pitchFamily="50" charset="-128"/>
            </a:endParaRPr>
          </a:p>
        </p:txBody>
      </p:sp>
      <p:sp>
        <p:nvSpPr>
          <p:cNvPr id="11" name="Shape 7"/>
          <p:cNvSpPr/>
          <p:nvPr/>
        </p:nvSpPr>
        <p:spPr>
          <a:xfrm>
            <a:off x="4679156" y="2019895"/>
            <a:ext cx="4036219" cy="1093663"/>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2" name="Shape 8"/>
          <p:cNvSpPr/>
          <p:nvPr/>
        </p:nvSpPr>
        <p:spPr>
          <a:xfrm>
            <a:off x="4679156" y="2019895"/>
            <a:ext cx="4036219"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13" name="Image 2" descr="preencoded.png"/>
          <p:cNvPicPr>
            <a:picLocks noChangeAspect="1"/>
          </p:cNvPicPr>
          <p:nvPr/>
        </p:nvPicPr>
        <p:blipFill>
          <a:blip r:embed="rId5"/>
          <a:stretch>
            <a:fillRect/>
          </a:stretch>
        </p:blipFill>
        <p:spPr>
          <a:xfrm>
            <a:off x="4850606" y="2221706"/>
            <a:ext cx="214313" cy="171450"/>
          </a:xfrm>
          <a:prstGeom prst="rect">
            <a:avLst/>
          </a:prstGeom>
        </p:spPr>
      </p:pic>
      <p:sp>
        <p:nvSpPr>
          <p:cNvPr id="14" name="Text 9"/>
          <p:cNvSpPr/>
          <p:nvPr/>
        </p:nvSpPr>
        <p:spPr>
          <a:xfrm>
            <a:off x="5150644" y="2191345"/>
            <a:ext cx="791883" cy="205184"/>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エッジ (E)</a:t>
            </a:r>
            <a:endParaRPr lang="en-US" sz="1269" dirty="0">
              <a:latin typeface="メイリオ" panose="020B0604030504040204" pitchFamily="50" charset="-128"/>
              <a:ea typeface="メイリオ" panose="020B0604030504040204" pitchFamily="50" charset="-128"/>
            </a:endParaRPr>
          </a:p>
        </p:txBody>
      </p:sp>
      <p:sp>
        <p:nvSpPr>
          <p:cNvPr id="15" name="Text 10"/>
          <p:cNvSpPr/>
          <p:nvPr/>
        </p:nvSpPr>
        <p:spPr>
          <a:xfrm>
            <a:off x="4850606" y="2509242"/>
            <a:ext cx="3693319" cy="39536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ノード間の「つながり」を定義します。物理的な距離や、機能的な同期の強さを表します。</a:t>
            </a:r>
            <a:endParaRPr lang="en-US" sz="942" dirty="0">
              <a:latin typeface="メイリオ" panose="020B0604030504040204" pitchFamily="50" charset="-128"/>
              <a:ea typeface="メイリオ" panose="020B0604030504040204" pitchFamily="50" charset="-128"/>
            </a:endParaRPr>
          </a:p>
        </p:txBody>
      </p:sp>
      <p:sp>
        <p:nvSpPr>
          <p:cNvPr id="16" name="Shape 11"/>
          <p:cNvSpPr/>
          <p:nvPr/>
        </p:nvSpPr>
        <p:spPr>
          <a:xfrm>
            <a:off x="428625" y="3306440"/>
            <a:ext cx="8286750" cy="906168"/>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Shape 12"/>
          <p:cNvSpPr/>
          <p:nvPr/>
        </p:nvSpPr>
        <p:spPr>
          <a:xfrm>
            <a:off x="428625" y="3306440"/>
            <a:ext cx="8286750"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18" name="Image 3" descr="preencoded.png"/>
          <p:cNvPicPr>
            <a:picLocks noChangeAspect="1"/>
          </p:cNvPicPr>
          <p:nvPr/>
        </p:nvPicPr>
        <p:blipFill>
          <a:blip r:embed="rId6"/>
          <a:stretch>
            <a:fillRect/>
          </a:stretch>
        </p:blipFill>
        <p:spPr>
          <a:xfrm>
            <a:off x="600075" y="3508251"/>
            <a:ext cx="171450" cy="171450"/>
          </a:xfrm>
          <a:prstGeom prst="rect">
            <a:avLst/>
          </a:prstGeom>
        </p:spPr>
      </p:pic>
      <p:sp>
        <p:nvSpPr>
          <p:cNvPr id="19" name="Text 13"/>
          <p:cNvSpPr/>
          <p:nvPr/>
        </p:nvSpPr>
        <p:spPr>
          <a:xfrm>
            <a:off x="857250" y="3477890"/>
            <a:ext cx="1017907" cy="205184"/>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隣接行列 (W)</a:t>
            </a:r>
            <a:endParaRPr lang="en-US" sz="1269" dirty="0">
              <a:latin typeface="メイリオ" panose="020B0604030504040204" pitchFamily="50" charset="-128"/>
              <a:ea typeface="メイリオ" panose="020B0604030504040204" pitchFamily="50" charset="-128"/>
            </a:endParaRPr>
          </a:p>
        </p:txBody>
      </p:sp>
      <p:sp>
        <p:nvSpPr>
          <p:cNvPr id="20" name="Text 14"/>
          <p:cNvSpPr/>
          <p:nvPr/>
        </p:nvSpPr>
        <p:spPr>
          <a:xfrm>
            <a:off x="600075" y="3820790"/>
            <a:ext cx="1683153" cy="190180"/>
          </a:xfrm>
          <a:prstGeom prst="rect">
            <a:avLst/>
          </a:prstGeom>
          <a:noFill/>
          <a:ln/>
        </p:spPr>
        <p:txBody>
          <a:bodyPr wrap="none" lIns="0" tIns="0" rIns="0" bIns="0" rtlCol="0" anchor="t">
            <a:spAutoFit/>
          </a:bodyPr>
          <a:lstStyle/>
          <a:p>
            <a:pPr marL="0" indent="0" algn="l">
              <a:lnSpc>
                <a:spcPts val="16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ノード間の関係性を数値化した</a:t>
            </a:r>
            <a:endParaRPr lang="en-US" sz="942" dirty="0">
              <a:latin typeface="メイリオ" panose="020B0604030504040204" pitchFamily="50" charset="-128"/>
              <a:ea typeface="メイリオ" panose="020B0604030504040204" pitchFamily="50" charset="-128"/>
            </a:endParaRPr>
          </a:p>
        </p:txBody>
      </p:sp>
      <p:sp>
        <p:nvSpPr>
          <p:cNvPr id="21" name="Text 15"/>
          <p:cNvSpPr/>
          <p:nvPr/>
        </p:nvSpPr>
        <p:spPr>
          <a:xfrm>
            <a:off x="2457450" y="3820790"/>
            <a:ext cx="360676" cy="190180"/>
          </a:xfrm>
          <a:prstGeom prst="rect">
            <a:avLst/>
          </a:prstGeom>
          <a:noFill/>
          <a:ln/>
        </p:spPr>
        <p:txBody>
          <a:bodyPr wrap="none" lIns="0" tIns="0" rIns="0" bIns="0" rtlCol="0" anchor="t">
            <a:spAutoFit/>
          </a:bodyPr>
          <a:lstStyle/>
          <a:p>
            <a:pPr marL="0" indent="0" algn="l">
              <a:lnSpc>
                <a:spcPts val="1600"/>
              </a:lnSpc>
              <a:buNone/>
            </a:pPr>
            <a:r>
              <a:rPr lang="en-US" sz="942" i="1" dirty="0">
                <a:solidFill>
                  <a:srgbClr val="64FFDA"/>
                </a:solidFill>
                <a:latin typeface="メイリオ" panose="020B0604030504040204" pitchFamily="50" charset="-128"/>
                <a:ea typeface="メイリオ" panose="020B0604030504040204" pitchFamily="50" charset="-128"/>
                <a:cs typeface="Inter" pitchFamily="34" charset="-120"/>
              </a:rPr>
              <a:t>N × N</a:t>
            </a:r>
            <a:endParaRPr lang="en-US" sz="942" dirty="0">
              <a:latin typeface="メイリオ" panose="020B0604030504040204" pitchFamily="50" charset="-128"/>
              <a:ea typeface="メイリオ" panose="020B0604030504040204" pitchFamily="50" charset="-128"/>
            </a:endParaRPr>
          </a:p>
        </p:txBody>
      </p:sp>
      <p:sp>
        <p:nvSpPr>
          <p:cNvPr id="22" name="Text 16"/>
          <p:cNvSpPr/>
          <p:nvPr/>
        </p:nvSpPr>
        <p:spPr>
          <a:xfrm>
            <a:off x="2807494" y="3820790"/>
            <a:ext cx="961802" cy="190180"/>
          </a:xfrm>
          <a:prstGeom prst="rect">
            <a:avLst/>
          </a:prstGeom>
          <a:noFill/>
          <a:ln/>
        </p:spPr>
        <p:txBody>
          <a:bodyPr wrap="none" lIns="0" tIns="0" rIns="0" bIns="0" rtlCol="0" anchor="t">
            <a:spAutoFit/>
          </a:bodyPr>
          <a:lstStyle/>
          <a:p>
            <a:pPr marL="0" indent="0" algn="l">
              <a:lnSpc>
                <a:spcPts val="16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の行列です。成分</a:t>
            </a:r>
            <a:endParaRPr lang="en-US" sz="942" dirty="0">
              <a:latin typeface="メイリオ" panose="020B0604030504040204" pitchFamily="50" charset="-128"/>
              <a:ea typeface="メイリオ" panose="020B0604030504040204" pitchFamily="50" charset="-128"/>
            </a:endParaRPr>
          </a:p>
        </p:txBody>
      </p:sp>
      <p:sp>
        <p:nvSpPr>
          <p:cNvPr id="23" name="Text 17"/>
          <p:cNvSpPr/>
          <p:nvPr/>
        </p:nvSpPr>
        <p:spPr>
          <a:xfrm>
            <a:off x="3918347" y="3820790"/>
            <a:ext cx="99386" cy="190180"/>
          </a:xfrm>
          <a:prstGeom prst="rect">
            <a:avLst/>
          </a:prstGeom>
          <a:noFill/>
          <a:ln/>
        </p:spPr>
        <p:txBody>
          <a:bodyPr wrap="none" lIns="0" tIns="0" rIns="0" bIns="0" rtlCol="0" anchor="t">
            <a:spAutoFit/>
          </a:bodyPr>
          <a:lstStyle/>
          <a:p>
            <a:pPr marL="0" indent="0" algn="l">
              <a:lnSpc>
                <a:spcPts val="1600"/>
              </a:lnSpc>
              <a:buNone/>
            </a:pPr>
            <a:r>
              <a:rPr lang="en-US" sz="942" i="1" dirty="0">
                <a:solidFill>
                  <a:srgbClr val="64FFDA"/>
                </a:solidFill>
                <a:latin typeface="メイリオ" panose="020B0604030504040204" pitchFamily="50" charset="-128"/>
                <a:ea typeface="メイリオ" panose="020B0604030504040204" pitchFamily="50" charset="-128"/>
                <a:cs typeface="Inter" pitchFamily="34" charset="-120"/>
              </a:rPr>
              <a:t>w</a:t>
            </a:r>
            <a:endParaRPr lang="en-US" sz="942" dirty="0">
              <a:latin typeface="メイリオ" panose="020B0604030504040204" pitchFamily="50" charset="-128"/>
              <a:ea typeface="メイリオ" panose="020B0604030504040204" pitchFamily="50" charset="-128"/>
            </a:endParaRPr>
          </a:p>
        </p:txBody>
      </p:sp>
      <p:sp>
        <p:nvSpPr>
          <p:cNvPr id="24" name="Text 18"/>
          <p:cNvSpPr/>
          <p:nvPr/>
        </p:nvSpPr>
        <p:spPr>
          <a:xfrm>
            <a:off x="4023717" y="3869708"/>
            <a:ext cx="40076" cy="164660"/>
          </a:xfrm>
          <a:prstGeom prst="rect">
            <a:avLst/>
          </a:prstGeom>
          <a:noFill/>
          <a:ln/>
        </p:spPr>
        <p:txBody>
          <a:bodyPr wrap="none" lIns="0" tIns="0" rIns="0" bIns="0" rtlCol="0" anchor="t">
            <a:spAutoFit/>
          </a:bodyPr>
          <a:lstStyle/>
          <a:p>
            <a:pPr marL="0" indent="0" algn="l">
              <a:lnSpc>
                <a:spcPts val="1400"/>
              </a:lnSpc>
              <a:buNone/>
            </a:pPr>
            <a:r>
              <a:rPr lang="en-US" sz="780" i="1" baseline="-40000" dirty="0">
                <a:solidFill>
                  <a:srgbClr val="64FFDA"/>
                </a:solidFill>
                <a:latin typeface="メイリオ" panose="020B0604030504040204" pitchFamily="50" charset="-128"/>
                <a:ea typeface="メイリオ" panose="020B0604030504040204" pitchFamily="50" charset="-128"/>
                <a:cs typeface="Inter" pitchFamily="34" charset="-120"/>
              </a:rPr>
              <a:t>ij</a:t>
            </a:r>
            <a:endParaRPr lang="en-US" sz="780" dirty="0">
              <a:latin typeface="メイリオ" panose="020B0604030504040204" pitchFamily="50" charset="-128"/>
              <a:ea typeface="メイリオ" panose="020B0604030504040204" pitchFamily="50" charset="-128"/>
            </a:endParaRPr>
          </a:p>
        </p:txBody>
      </p:sp>
      <p:sp>
        <p:nvSpPr>
          <p:cNvPr id="25" name="Text 19"/>
          <p:cNvSpPr/>
          <p:nvPr/>
        </p:nvSpPr>
        <p:spPr>
          <a:xfrm>
            <a:off x="4077295" y="3820790"/>
            <a:ext cx="601127" cy="190180"/>
          </a:xfrm>
          <a:prstGeom prst="rect">
            <a:avLst/>
          </a:prstGeom>
          <a:noFill/>
          <a:ln/>
        </p:spPr>
        <p:txBody>
          <a:bodyPr wrap="none" lIns="0" tIns="0" rIns="0" bIns="0" rtlCol="0" anchor="t">
            <a:spAutoFit/>
          </a:bodyPr>
          <a:lstStyle/>
          <a:p>
            <a:pPr marL="0" indent="0" algn="l">
              <a:lnSpc>
                <a:spcPts val="16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は、ノード</a:t>
            </a:r>
            <a:endParaRPr lang="en-US" sz="942" dirty="0">
              <a:latin typeface="メイリオ" panose="020B0604030504040204" pitchFamily="50" charset="-128"/>
              <a:ea typeface="メイリオ" panose="020B0604030504040204" pitchFamily="50" charset="-128"/>
            </a:endParaRPr>
          </a:p>
        </p:txBody>
      </p:sp>
      <p:sp>
        <p:nvSpPr>
          <p:cNvPr id="26" name="Text 20"/>
          <p:cNvSpPr/>
          <p:nvPr/>
        </p:nvSpPr>
        <p:spPr>
          <a:xfrm>
            <a:off x="4802386" y="3820790"/>
            <a:ext cx="30458" cy="190180"/>
          </a:xfrm>
          <a:prstGeom prst="rect">
            <a:avLst/>
          </a:prstGeom>
          <a:noFill/>
          <a:ln/>
        </p:spPr>
        <p:txBody>
          <a:bodyPr wrap="none" lIns="0" tIns="0" rIns="0" bIns="0" rtlCol="0" anchor="t">
            <a:spAutoFit/>
          </a:bodyPr>
          <a:lstStyle/>
          <a:p>
            <a:pPr marL="0" indent="0" algn="l">
              <a:lnSpc>
                <a:spcPts val="1600"/>
              </a:lnSpc>
              <a:buNone/>
            </a:pPr>
            <a:r>
              <a:rPr lang="en-US" sz="942" i="1" dirty="0">
                <a:solidFill>
                  <a:srgbClr val="64FFDA"/>
                </a:solidFill>
                <a:latin typeface="メイリオ" panose="020B0604030504040204" pitchFamily="50" charset="-128"/>
                <a:ea typeface="メイリオ" panose="020B0604030504040204" pitchFamily="50" charset="-128"/>
                <a:cs typeface="Inter" pitchFamily="34" charset="-120"/>
              </a:rPr>
              <a:t>i</a:t>
            </a:r>
            <a:endParaRPr lang="en-US" sz="942" dirty="0">
              <a:latin typeface="メイリオ" panose="020B0604030504040204" pitchFamily="50" charset="-128"/>
              <a:ea typeface="メイリオ" panose="020B0604030504040204" pitchFamily="50" charset="-128"/>
            </a:endParaRPr>
          </a:p>
        </p:txBody>
      </p:sp>
      <p:sp>
        <p:nvSpPr>
          <p:cNvPr id="27" name="Text 21"/>
          <p:cNvSpPr/>
          <p:nvPr/>
        </p:nvSpPr>
        <p:spPr>
          <a:xfrm>
            <a:off x="4832747" y="3820790"/>
            <a:ext cx="120226" cy="190180"/>
          </a:xfrm>
          <a:prstGeom prst="rect">
            <a:avLst/>
          </a:prstGeom>
          <a:noFill/>
          <a:ln/>
        </p:spPr>
        <p:txBody>
          <a:bodyPr wrap="none" lIns="0" tIns="0" rIns="0" bIns="0" rtlCol="0" anchor="t">
            <a:spAutoFit/>
          </a:bodyPr>
          <a:lstStyle/>
          <a:p>
            <a:pPr marL="0" indent="0" algn="l">
              <a:lnSpc>
                <a:spcPts val="16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と</a:t>
            </a:r>
            <a:endParaRPr lang="en-US" sz="942" dirty="0">
              <a:latin typeface="メイリオ" panose="020B0604030504040204" pitchFamily="50" charset="-128"/>
              <a:ea typeface="メイリオ" panose="020B0604030504040204" pitchFamily="50" charset="-128"/>
            </a:endParaRPr>
          </a:p>
        </p:txBody>
      </p:sp>
      <p:sp>
        <p:nvSpPr>
          <p:cNvPr id="28" name="Text 22"/>
          <p:cNvSpPr/>
          <p:nvPr/>
        </p:nvSpPr>
        <p:spPr>
          <a:xfrm>
            <a:off x="5036344" y="3820790"/>
            <a:ext cx="40076" cy="190180"/>
          </a:xfrm>
          <a:prstGeom prst="rect">
            <a:avLst/>
          </a:prstGeom>
          <a:noFill/>
          <a:ln/>
        </p:spPr>
        <p:txBody>
          <a:bodyPr wrap="none" lIns="0" tIns="0" rIns="0" bIns="0" rtlCol="0" anchor="t">
            <a:spAutoFit/>
          </a:bodyPr>
          <a:lstStyle/>
          <a:p>
            <a:pPr marL="0" indent="0" algn="l">
              <a:lnSpc>
                <a:spcPts val="1600"/>
              </a:lnSpc>
              <a:buNone/>
            </a:pPr>
            <a:r>
              <a:rPr lang="en-US" sz="942" i="1" dirty="0">
                <a:solidFill>
                  <a:srgbClr val="64FFDA"/>
                </a:solidFill>
                <a:latin typeface="メイリオ" panose="020B0604030504040204" pitchFamily="50" charset="-128"/>
                <a:ea typeface="メイリオ" panose="020B0604030504040204" pitchFamily="50" charset="-128"/>
                <a:cs typeface="Inter" pitchFamily="34" charset="-120"/>
              </a:rPr>
              <a:t>j</a:t>
            </a:r>
            <a:endParaRPr lang="en-US" sz="942" dirty="0">
              <a:latin typeface="メイリオ" panose="020B0604030504040204" pitchFamily="50" charset="-128"/>
              <a:ea typeface="メイリオ" panose="020B0604030504040204" pitchFamily="50" charset="-128"/>
            </a:endParaRPr>
          </a:p>
        </p:txBody>
      </p:sp>
      <p:sp>
        <p:nvSpPr>
          <p:cNvPr id="29" name="Text 23"/>
          <p:cNvSpPr/>
          <p:nvPr/>
        </p:nvSpPr>
        <p:spPr>
          <a:xfrm>
            <a:off x="5066705" y="3820790"/>
            <a:ext cx="1923604" cy="190180"/>
          </a:xfrm>
          <a:prstGeom prst="rect">
            <a:avLst/>
          </a:prstGeom>
          <a:noFill/>
          <a:ln/>
        </p:spPr>
        <p:txBody>
          <a:bodyPr wrap="none" lIns="0" tIns="0" rIns="0" bIns="0" rtlCol="0" anchor="t">
            <a:spAutoFit/>
          </a:bodyPr>
          <a:lstStyle/>
          <a:p>
            <a:pPr marL="0" indent="0" algn="l">
              <a:lnSpc>
                <a:spcPts val="16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の接続の強さ（重み）を示します。</a:t>
            </a:r>
            <a:endParaRPr lang="en-US" sz="942" dirty="0">
              <a:latin typeface="メイリオ" panose="020B0604030504040204" pitchFamily="50" charset="-128"/>
              <a:ea typeface="メイリオ" panose="020B0604030504040204" pitchFamily="50" charset="-128"/>
            </a:endParaRPr>
          </a:p>
        </p:txBody>
      </p:sp>
      <p:sp>
        <p:nvSpPr>
          <p:cNvPr id="30" name="Text 24"/>
          <p:cNvSpPr/>
          <p:nvPr/>
        </p:nvSpPr>
        <p:spPr>
          <a:xfrm>
            <a:off x="428625" y="4405489"/>
            <a:ext cx="8286750" cy="497444"/>
          </a:xfrm>
          <a:prstGeom prst="rect">
            <a:avLst/>
          </a:prstGeom>
          <a:noFill/>
          <a:ln/>
        </p:spPr>
        <p:txBody>
          <a:bodyPr wrap="square" lIns="204089" tIns="340233" rIns="0" bIns="0" rtlCol="0" anchor="t">
            <a:spAutoFit/>
          </a:bodyPr>
          <a:lstStyle/>
          <a:p>
            <a:pPr marL="0" indent="0" algn="l">
              <a:lnSpc>
                <a:spcPts val="1200"/>
              </a:lnSpc>
              <a:buNone/>
            </a:pPr>
            <a:r>
              <a:rPr lang="en-US" sz="942" i="1" dirty="0">
                <a:solidFill>
                  <a:srgbClr val="8892B0"/>
                </a:solidFill>
                <a:latin typeface="メイリオ" panose="020B0604030504040204" pitchFamily="50" charset="-128"/>
                <a:ea typeface="メイリオ" panose="020B0604030504040204" pitchFamily="50" charset="-128"/>
                <a:cs typeface="Inter" pitchFamily="34" charset="-120"/>
              </a:rPr>
              <a:t>「データを点（ノード）と線（エッジ）の集合として捉えることで、複雑な空間構造を数学的に扱えるようになります。」</a:t>
            </a:r>
            <a:endParaRPr lang="en-US" sz="942" dirty="0">
              <a:latin typeface="メイリオ" panose="020B0604030504040204" pitchFamily="50" charset="-128"/>
              <a:ea typeface="メイリオ" panose="020B0604030504040204"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4397358"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数式の理解 (1) - ラプラシアン行列</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428625" y="976908"/>
            <a:ext cx="8286750" cy="1262658"/>
          </a:xfrm>
          <a:prstGeom prst="rect">
            <a:avLst/>
          </a:prstGeom>
          <a:solidFill>
            <a:srgbClr val="64FFDA">
              <a:alpha val="5000"/>
            </a:srgbClr>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Text 2"/>
          <p:cNvSpPr/>
          <p:nvPr/>
        </p:nvSpPr>
        <p:spPr>
          <a:xfrm>
            <a:off x="3468204" y="1176933"/>
            <a:ext cx="2207591" cy="551433"/>
          </a:xfrm>
          <a:prstGeom prst="rect">
            <a:avLst/>
          </a:prstGeom>
          <a:noFill/>
          <a:ln/>
        </p:spPr>
        <p:txBody>
          <a:bodyPr wrap="none" lIns="0" tIns="0" rIns="0" bIns="0" rtlCol="0" anchor="t">
            <a:spAutoFit/>
          </a:bodyPr>
          <a:lstStyle/>
          <a:p>
            <a:pPr marL="0" indent="0" algn="ctr">
              <a:lnSpc>
                <a:spcPts val="4300"/>
              </a:lnSpc>
              <a:buNone/>
            </a:pPr>
            <a:r>
              <a:rPr lang="en-US" sz="3504" kern="0" spc="3" dirty="0">
                <a:solidFill>
                  <a:srgbClr val="64FFDA"/>
                </a:solidFill>
                <a:latin typeface="メイリオ" panose="020B0604030504040204" pitchFamily="50" charset="-128"/>
                <a:ea typeface="メイリオ" panose="020B0604030504040204" pitchFamily="50" charset="-128"/>
                <a:cs typeface="Space Grotesk" pitchFamily="34" charset="-120"/>
              </a:rPr>
              <a:t>L = D - W</a:t>
            </a:r>
            <a:endParaRPr lang="en-US" sz="3504" dirty="0">
              <a:latin typeface="メイリオ" panose="020B0604030504040204" pitchFamily="50" charset="-128"/>
              <a:ea typeface="メイリオ" panose="020B0604030504040204" pitchFamily="50" charset="-128"/>
            </a:endParaRPr>
          </a:p>
        </p:txBody>
      </p:sp>
      <p:sp>
        <p:nvSpPr>
          <p:cNvPr id="6" name="Text 3"/>
          <p:cNvSpPr/>
          <p:nvPr/>
        </p:nvSpPr>
        <p:spPr>
          <a:xfrm>
            <a:off x="3360130" y="1832372"/>
            <a:ext cx="2423740" cy="179536"/>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8892B0"/>
                </a:solidFill>
                <a:latin typeface="メイリオ" panose="020B0604030504040204" pitchFamily="50" charset="-128"/>
                <a:ea typeface="メイリオ" panose="020B0604030504040204" pitchFamily="50" charset="-128"/>
                <a:cs typeface="Inter" pitchFamily="34" charset="-120"/>
              </a:rPr>
              <a:t>グラフの構造を記述する最も重要な行列</a:t>
            </a:r>
            <a:endParaRPr lang="en-US" sz="1050" dirty="0">
              <a:latin typeface="メイリオ" panose="020B0604030504040204" pitchFamily="50" charset="-128"/>
              <a:ea typeface="メイリオ" panose="020B0604030504040204" pitchFamily="50" charset="-128"/>
            </a:endParaRPr>
          </a:p>
        </p:txBody>
      </p:sp>
      <p:sp>
        <p:nvSpPr>
          <p:cNvPr id="7" name="Shape 4"/>
          <p:cNvSpPr/>
          <p:nvPr/>
        </p:nvSpPr>
        <p:spPr>
          <a:xfrm>
            <a:off x="432197" y="2371725"/>
            <a:ext cx="2069902" cy="647179"/>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8" name="Text 5"/>
          <p:cNvSpPr/>
          <p:nvPr/>
        </p:nvSpPr>
        <p:spPr>
          <a:xfrm>
            <a:off x="432197" y="2487437"/>
            <a:ext cx="2069902" cy="415755"/>
          </a:xfrm>
          <a:prstGeom prst="rect">
            <a:avLst/>
          </a:prstGeom>
          <a:noFill/>
          <a:ln/>
        </p:spPr>
        <p:txBody>
          <a:bodyPr wrap="square" lIns="136017" tIns="136017" rIns="136017" bIns="136017" rtlCol="0" anchor="ctr">
            <a:spAutoFit/>
          </a:bodyPr>
          <a:lstStyle/>
          <a:p>
            <a:pPr marL="0" indent="0" algn="l">
              <a:lnSpc>
                <a:spcPts val="1100"/>
              </a:lnSpc>
              <a:buNone/>
            </a:pPr>
            <a:r>
              <a:rPr lang="en-US" sz="784" b="1" dirty="0">
                <a:solidFill>
                  <a:srgbClr val="64FFDA"/>
                </a:solidFill>
                <a:latin typeface="メイリオ" panose="020B0604030504040204" pitchFamily="50" charset="-128"/>
                <a:ea typeface="メイリオ" panose="020B0604030504040204" pitchFamily="50" charset="-128"/>
                <a:cs typeface="Space Grotesk" pitchFamily="34" charset="-120"/>
              </a:rPr>
              <a:t>L (Laplacian)</a:t>
            </a:r>
            <a:endParaRPr lang="en-US" sz="784" dirty="0">
              <a:latin typeface="メイリオ" panose="020B0604030504040204" pitchFamily="50" charset="-128"/>
              <a:ea typeface="メイリオ" panose="020B0604030504040204" pitchFamily="50" charset="-128"/>
            </a:endParaRPr>
          </a:p>
        </p:txBody>
      </p:sp>
      <p:sp>
        <p:nvSpPr>
          <p:cNvPr id="9" name="Shape 6"/>
          <p:cNvSpPr/>
          <p:nvPr/>
        </p:nvSpPr>
        <p:spPr>
          <a:xfrm>
            <a:off x="2502098" y="2371725"/>
            <a:ext cx="6209705" cy="647179"/>
          </a:xfrm>
          <a:prstGeom prst="rect">
            <a:avLst/>
          </a:prstGeom>
          <a:solidFill>
            <a:srgbClr val="0D1B2A"/>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 name="Text 7"/>
          <p:cNvSpPr/>
          <p:nvPr/>
        </p:nvSpPr>
        <p:spPr>
          <a:xfrm>
            <a:off x="2616398" y="2507456"/>
            <a:ext cx="910506" cy="187937"/>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F0F0F0"/>
                </a:solidFill>
                <a:latin typeface="メイリオ" panose="020B0604030504040204" pitchFamily="50" charset="-128"/>
                <a:ea typeface="メイリオ" panose="020B0604030504040204" pitchFamily="50" charset="-128"/>
                <a:cs typeface="Inter" pitchFamily="34" charset="-120"/>
              </a:rPr>
              <a:t>ラプラシアン行列</a:t>
            </a:r>
            <a:endParaRPr lang="en-US" sz="885" dirty="0">
              <a:latin typeface="メイリオ" panose="020B0604030504040204" pitchFamily="50" charset="-128"/>
              <a:ea typeface="メイリオ" panose="020B0604030504040204" pitchFamily="50" charset="-128"/>
            </a:endParaRPr>
          </a:p>
        </p:txBody>
      </p:sp>
      <p:sp>
        <p:nvSpPr>
          <p:cNvPr id="11" name="Text 8"/>
          <p:cNvSpPr/>
          <p:nvPr/>
        </p:nvSpPr>
        <p:spPr>
          <a:xfrm>
            <a:off x="2580679" y="2700612"/>
            <a:ext cx="5900738" cy="190180"/>
          </a:xfrm>
          <a:prstGeom prst="rect">
            <a:avLst/>
          </a:prstGeom>
          <a:noFill/>
          <a:ln/>
        </p:spPr>
        <p:txBody>
          <a:bodyPr wrap="square" lIns="0" tIns="0" rIns="0" bIns="0" rtlCol="0" anchor="t">
            <a:spAutoFit/>
          </a:bodyPr>
          <a:lstStyle/>
          <a:p>
            <a:pPr marL="0" indent="0" algn="l">
              <a:lnSpc>
                <a:spcPts val="1600"/>
              </a:lnSpc>
              <a:buNone/>
            </a:pPr>
            <a:r>
              <a:rPr lang="en-US" sz="942" dirty="0" err="1">
                <a:solidFill>
                  <a:srgbClr val="CCD6F6"/>
                </a:solidFill>
                <a:latin typeface="メイリオ" panose="020B0604030504040204" pitchFamily="50" charset="-128"/>
                <a:ea typeface="メイリオ" panose="020B0604030504040204" pitchFamily="50" charset="-128"/>
                <a:cs typeface="Inter" pitchFamily="34" charset="-120"/>
              </a:rPr>
              <a:t>グラフ上の信号の「滑らかさ」や「拡散」を表現します。GNNの畳み込み計算の核となります</a:t>
            </a: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a:t>
            </a:r>
            <a:endParaRPr lang="en-US" sz="942" dirty="0">
              <a:latin typeface="メイリオ" panose="020B0604030504040204" pitchFamily="50" charset="-128"/>
              <a:ea typeface="メイリオ" panose="020B0604030504040204" pitchFamily="50" charset="-128"/>
            </a:endParaRPr>
          </a:p>
        </p:txBody>
      </p:sp>
      <p:sp>
        <p:nvSpPr>
          <p:cNvPr id="12" name="Shape 9"/>
          <p:cNvSpPr/>
          <p:nvPr/>
        </p:nvSpPr>
        <p:spPr>
          <a:xfrm>
            <a:off x="432197" y="3011760"/>
            <a:ext cx="2069902" cy="647179"/>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3" name="Text 10"/>
          <p:cNvSpPr/>
          <p:nvPr/>
        </p:nvSpPr>
        <p:spPr>
          <a:xfrm>
            <a:off x="432197" y="3127472"/>
            <a:ext cx="2069902" cy="415755"/>
          </a:xfrm>
          <a:prstGeom prst="rect">
            <a:avLst/>
          </a:prstGeom>
          <a:noFill/>
          <a:ln/>
        </p:spPr>
        <p:txBody>
          <a:bodyPr wrap="square" lIns="136017" tIns="136017" rIns="136017" bIns="136017" rtlCol="0" anchor="ctr">
            <a:spAutoFit/>
          </a:bodyPr>
          <a:lstStyle/>
          <a:p>
            <a:pPr marL="0" indent="0" algn="l">
              <a:lnSpc>
                <a:spcPts val="1100"/>
              </a:lnSpc>
              <a:buNone/>
            </a:pPr>
            <a:r>
              <a:rPr lang="en-US" sz="784" b="1" dirty="0">
                <a:solidFill>
                  <a:srgbClr val="64FFDA"/>
                </a:solidFill>
                <a:latin typeface="メイリオ" panose="020B0604030504040204" pitchFamily="50" charset="-128"/>
                <a:ea typeface="メイリオ" panose="020B0604030504040204" pitchFamily="50" charset="-128"/>
                <a:cs typeface="Space Grotesk" pitchFamily="34" charset="-120"/>
              </a:rPr>
              <a:t>D (Degree)</a:t>
            </a:r>
            <a:endParaRPr lang="en-US" sz="784" dirty="0">
              <a:latin typeface="メイリオ" panose="020B0604030504040204" pitchFamily="50" charset="-128"/>
              <a:ea typeface="メイリオ" panose="020B0604030504040204" pitchFamily="50" charset="-128"/>
            </a:endParaRPr>
          </a:p>
        </p:txBody>
      </p:sp>
      <p:sp>
        <p:nvSpPr>
          <p:cNvPr id="14" name="Shape 11"/>
          <p:cNvSpPr/>
          <p:nvPr/>
        </p:nvSpPr>
        <p:spPr>
          <a:xfrm>
            <a:off x="2502098" y="3011760"/>
            <a:ext cx="6209705" cy="647179"/>
          </a:xfrm>
          <a:prstGeom prst="rect">
            <a:avLst/>
          </a:prstGeom>
          <a:solidFill>
            <a:srgbClr val="0D1B2A"/>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5" name="Text 12"/>
          <p:cNvSpPr/>
          <p:nvPr/>
        </p:nvSpPr>
        <p:spPr>
          <a:xfrm>
            <a:off x="2616398" y="3147492"/>
            <a:ext cx="455253" cy="187937"/>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F0F0F0"/>
                </a:solidFill>
                <a:latin typeface="メイリオ" panose="020B0604030504040204" pitchFamily="50" charset="-128"/>
                <a:ea typeface="メイリオ" panose="020B0604030504040204" pitchFamily="50" charset="-128"/>
                <a:cs typeface="Inter" pitchFamily="34" charset="-120"/>
              </a:rPr>
              <a:t>次数行列</a:t>
            </a:r>
            <a:endParaRPr lang="en-US" sz="885" dirty="0">
              <a:latin typeface="メイリオ" panose="020B0604030504040204" pitchFamily="50" charset="-128"/>
              <a:ea typeface="メイリオ" panose="020B0604030504040204" pitchFamily="50" charset="-128"/>
            </a:endParaRPr>
          </a:p>
        </p:txBody>
      </p:sp>
      <p:sp>
        <p:nvSpPr>
          <p:cNvPr id="16" name="Text 13"/>
          <p:cNvSpPr/>
          <p:nvPr/>
        </p:nvSpPr>
        <p:spPr>
          <a:xfrm>
            <a:off x="2580679" y="3335271"/>
            <a:ext cx="5865019" cy="190180"/>
          </a:xfrm>
          <a:prstGeom prst="rect">
            <a:avLst/>
          </a:prstGeom>
          <a:noFill/>
          <a:ln/>
        </p:spPr>
        <p:txBody>
          <a:bodyPr wrap="square" lIns="0" tIns="0" rIns="0" bIns="0" rtlCol="0" anchor="t">
            <a:spAutoFit/>
          </a:bodyPr>
          <a:lstStyle/>
          <a:p>
            <a:pPr marL="0" indent="0" algn="l">
              <a:lnSpc>
                <a:spcPts val="1600"/>
              </a:lnSpc>
              <a:buNone/>
            </a:pPr>
            <a:r>
              <a:rPr lang="en-US" sz="942" dirty="0" err="1">
                <a:solidFill>
                  <a:srgbClr val="CCD6F6"/>
                </a:solidFill>
                <a:latin typeface="メイリオ" panose="020B0604030504040204" pitchFamily="50" charset="-128"/>
                <a:ea typeface="メイリオ" panose="020B0604030504040204" pitchFamily="50" charset="-128"/>
                <a:cs typeface="Inter" pitchFamily="34" charset="-120"/>
              </a:rPr>
              <a:t>各ノードに接続されているエッジの重みの合計を対角成分に持つ行列です。ノードの「影響力」を示します</a:t>
            </a: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a:t>
            </a:r>
            <a:endParaRPr lang="en-US" sz="942" dirty="0">
              <a:latin typeface="メイリオ" panose="020B0604030504040204" pitchFamily="50" charset="-128"/>
              <a:ea typeface="メイリオ" panose="020B0604030504040204" pitchFamily="50" charset="-128"/>
            </a:endParaRPr>
          </a:p>
        </p:txBody>
      </p:sp>
      <p:sp>
        <p:nvSpPr>
          <p:cNvPr id="17" name="Shape 14"/>
          <p:cNvSpPr/>
          <p:nvPr/>
        </p:nvSpPr>
        <p:spPr>
          <a:xfrm>
            <a:off x="432197" y="3651796"/>
            <a:ext cx="2069902" cy="441461"/>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 name="Text 15"/>
          <p:cNvSpPr/>
          <p:nvPr/>
        </p:nvSpPr>
        <p:spPr>
          <a:xfrm>
            <a:off x="432197" y="3664649"/>
            <a:ext cx="2069902" cy="415755"/>
          </a:xfrm>
          <a:prstGeom prst="rect">
            <a:avLst/>
          </a:prstGeom>
          <a:noFill/>
          <a:ln/>
        </p:spPr>
        <p:txBody>
          <a:bodyPr wrap="square" lIns="136017" tIns="136017" rIns="136017" bIns="136017" rtlCol="0" anchor="ctr">
            <a:spAutoFit/>
          </a:bodyPr>
          <a:lstStyle/>
          <a:p>
            <a:pPr marL="0" indent="0" algn="l">
              <a:lnSpc>
                <a:spcPts val="1100"/>
              </a:lnSpc>
              <a:buNone/>
            </a:pPr>
            <a:r>
              <a:rPr lang="en-US" sz="784" b="1" dirty="0">
                <a:solidFill>
                  <a:srgbClr val="64FFDA"/>
                </a:solidFill>
                <a:latin typeface="メイリオ" panose="020B0604030504040204" pitchFamily="50" charset="-128"/>
                <a:ea typeface="メイリオ" panose="020B0604030504040204" pitchFamily="50" charset="-128"/>
                <a:cs typeface="Space Grotesk" pitchFamily="34" charset="-120"/>
              </a:rPr>
              <a:t>W (Weight)</a:t>
            </a:r>
            <a:endParaRPr lang="en-US" sz="784" dirty="0">
              <a:latin typeface="メイリオ" panose="020B0604030504040204" pitchFamily="50" charset="-128"/>
              <a:ea typeface="メイリオ" panose="020B0604030504040204" pitchFamily="50" charset="-128"/>
            </a:endParaRPr>
          </a:p>
        </p:txBody>
      </p:sp>
      <p:sp>
        <p:nvSpPr>
          <p:cNvPr id="19" name="Shape 16"/>
          <p:cNvSpPr/>
          <p:nvPr/>
        </p:nvSpPr>
        <p:spPr>
          <a:xfrm>
            <a:off x="2499420" y="3651796"/>
            <a:ext cx="6212384" cy="441461"/>
          </a:xfrm>
          <a:prstGeom prst="rect">
            <a:avLst/>
          </a:prstGeom>
          <a:solidFill>
            <a:srgbClr val="0D1B2A"/>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 17"/>
          <p:cNvSpPr/>
          <p:nvPr/>
        </p:nvSpPr>
        <p:spPr>
          <a:xfrm>
            <a:off x="2614613" y="3787527"/>
            <a:ext cx="455253" cy="187937"/>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F0F0F0"/>
                </a:solidFill>
                <a:latin typeface="メイリオ" panose="020B0604030504040204" pitchFamily="50" charset="-128"/>
                <a:ea typeface="メイリオ" panose="020B0604030504040204" pitchFamily="50" charset="-128"/>
                <a:cs typeface="Inter" pitchFamily="34" charset="-120"/>
              </a:rPr>
              <a:t>隣接行列</a:t>
            </a:r>
            <a:endParaRPr lang="en-US" sz="885" dirty="0">
              <a:latin typeface="メイリオ" panose="020B0604030504040204" pitchFamily="50" charset="-128"/>
              <a:ea typeface="メイリオ" panose="020B0604030504040204" pitchFamily="50" charset="-128"/>
            </a:endParaRPr>
          </a:p>
        </p:txBody>
      </p:sp>
      <p:sp>
        <p:nvSpPr>
          <p:cNvPr id="21" name="Text 18"/>
          <p:cNvSpPr/>
          <p:nvPr/>
        </p:nvSpPr>
        <p:spPr>
          <a:xfrm>
            <a:off x="3128963" y="3787527"/>
            <a:ext cx="5007781" cy="190180"/>
          </a:xfrm>
          <a:prstGeom prst="rect">
            <a:avLst/>
          </a:prstGeom>
          <a:noFill/>
          <a:ln/>
        </p:spPr>
        <p:txBody>
          <a:bodyPr wrap="none" lIns="0" tIns="0" rIns="0" bIns="0" rtlCol="0" anchor="t">
            <a:spAutoFit/>
          </a:bodyPr>
          <a:lstStyle/>
          <a:p>
            <a:pPr marL="0" indent="0" algn="l">
              <a:lnSpc>
                <a:spcPts val="1600"/>
              </a:lnSpc>
              <a:buNone/>
            </a:pPr>
            <a:r>
              <a:rPr lang="en-US" sz="942" dirty="0" err="1">
                <a:solidFill>
                  <a:srgbClr val="CCD6F6"/>
                </a:solidFill>
                <a:latin typeface="メイリオ" panose="020B0604030504040204" pitchFamily="50" charset="-128"/>
                <a:ea typeface="メイリオ" panose="020B0604030504040204" pitchFamily="50" charset="-128"/>
                <a:cs typeface="Inter" pitchFamily="34" charset="-120"/>
              </a:rPr>
              <a:t>ノード間の直接的なつながりの強さを表します。DGCNNではこの行列自体を学習します</a:t>
            </a: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a:t>
            </a:r>
            <a:endParaRPr lang="en-US" sz="942" dirty="0">
              <a:latin typeface="メイリオ" panose="020B0604030504040204" pitchFamily="50" charset="-128"/>
              <a:ea typeface="メイリオ" panose="020B0604030504040204" pitchFamily="50" charset="-128"/>
            </a:endParaRPr>
          </a:p>
        </p:txBody>
      </p:sp>
      <p:pic>
        <p:nvPicPr>
          <p:cNvPr id="22" name="Image 1" descr="preencoded.png"/>
          <p:cNvPicPr>
            <a:picLocks noChangeAspect="1"/>
          </p:cNvPicPr>
          <p:nvPr/>
        </p:nvPicPr>
        <p:blipFill>
          <a:blip r:embed="rId4"/>
          <a:stretch>
            <a:fillRect/>
          </a:stretch>
        </p:blipFill>
        <p:spPr>
          <a:xfrm>
            <a:off x="428625" y="4318285"/>
            <a:ext cx="128588" cy="128588"/>
          </a:xfrm>
          <a:prstGeom prst="rect">
            <a:avLst/>
          </a:prstGeom>
        </p:spPr>
      </p:pic>
      <p:sp>
        <p:nvSpPr>
          <p:cNvPr id="23" name="Text 19"/>
          <p:cNvSpPr/>
          <p:nvPr/>
        </p:nvSpPr>
        <p:spPr>
          <a:xfrm>
            <a:off x="642938" y="4296854"/>
            <a:ext cx="6492162"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ラプラシアン行列は、画像処理における「ラプラシアンフィルタ（エッジ抽出）」のグラフ版と考えることができます。</a:t>
            </a:r>
            <a:endParaRPr lang="en-US" sz="942" dirty="0">
              <a:latin typeface="メイリオ" panose="020B0604030504040204" pitchFamily="50" charset="-128"/>
              <a:ea typeface="メイリオ" panose="020B0604030504040204"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4942892"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数式の理解 (2) - グラフ畳み込みの定義</a:t>
            </a:r>
            <a:endParaRPr lang="en-US" sz="2121" dirty="0">
              <a:latin typeface="メイリオ" panose="020B0604030504040204" pitchFamily="50" charset="-128"/>
              <a:ea typeface="メイリオ" panose="020B0604030504040204" pitchFamily="50" charset="-128"/>
            </a:endParaRPr>
          </a:p>
        </p:txBody>
      </p:sp>
      <p:sp>
        <p:nvSpPr>
          <p:cNvPr id="4" name="Text 1"/>
          <p:cNvSpPr/>
          <p:nvPr/>
        </p:nvSpPr>
        <p:spPr>
          <a:xfrm>
            <a:off x="428625" y="976908"/>
            <a:ext cx="8286750" cy="179536"/>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8892B0"/>
                </a:solidFill>
                <a:latin typeface="メイリオ" panose="020B0604030504040204" pitchFamily="50" charset="-128"/>
                <a:ea typeface="メイリオ" panose="020B0604030504040204" pitchFamily="50" charset="-128"/>
                <a:cs typeface="Inter" pitchFamily="34" charset="-120"/>
              </a:rPr>
              <a:t>画像と異なり、グラフ上ではフィルタを「スライド」させることができません。そのため、</a:t>
            </a:r>
            <a:r>
              <a:rPr lang="en-US" sz="987" b="1" dirty="0">
                <a:solidFill>
                  <a:srgbClr val="F0F0F0"/>
                </a:solidFill>
                <a:latin typeface="メイリオ" panose="020B0604030504040204" pitchFamily="50" charset="-128"/>
                <a:ea typeface="メイリオ" panose="020B0604030504040204" pitchFamily="50" charset="-128"/>
                <a:cs typeface="Inter" pitchFamily="34" charset="-120"/>
              </a:rPr>
              <a:t>フーリエ空間</a:t>
            </a:r>
            <a:r>
              <a:rPr lang="en-US" sz="1050" dirty="0">
                <a:solidFill>
                  <a:srgbClr val="8892B0"/>
                </a:solidFill>
                <a:latin typeface="メイリオ" panose="020B0604030504040204" pitchFamily="50" charset="-128"/>
                <a:ea typeface="メイリオ" panose="020B0604030504040204" pitchFamily="50" charset="-128"/>
                <a:cs typeface="Inter" pitchFamily="34" charset="-120"/>
              </a:rPr>
              <a:t>を経由して計算を行います。</a:t>
            </a:r>
            <a:endParaRPr lang="en-US" sz="1050" dirty="0">
              <a:latin typeface="メイリオ" panose="020B0604030504040204" pitchFamily="50" charset="-128"/>
              <a:ea typeface="メイリオ" panose="020B0604030504040204" pitchFamily="50" charset="-128"/>
            </a:endParaRPr>
          </a:p>
        </p:txBody>
      </p:sp>
      <p:sp>
        <p:nvSpPr>
          <p:cNvPr id="5" name="Shape 2"/>
          <p:cNvSpPr/>
          <p:nvPr/>
        </p:nvSpPr>
        <p:spPr>
          <a:xfrm>
            <a:off x="428625" y="1648420"/>
            <a:ext cx="2476509" cy="1571625"/>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 name="Shape 3"/>
          <p:cNvSpPr/>
          <p:nvPr/>
        </p:nvSpPr>
        <p:spPr>
          <a:xfrm>
            <a:off x="428625" y="1648420"/>
            <a:ext cx="2476509" cy="28575"/>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 name="Text 4"/>
          <p:cNvSpPr/>
          <p:nvPr/>
        </p:nvSpPr>
        <p:spPr>
          <a:xfrm>
            <a:off x="1420017" y="1862733"/>
            <a:ext cx="493725" cy="153888"/>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64FFDA"/>
                </a:solidFill>
                <a:latin typeface="メイリオ" panose="020B0604030504040204" pitchFamily="50" charset="-128"/>
                <a:ea typeface="メイリオ" panose="020B0604030504040204" pitchFamily="50" charset="-128"/>
                <a:cs typeface="Space Grotesk" pitchFamily="34" charset="-120"/>
              </a:rPr>
              <a:t>STEP 01</a:t>
            </a:r>
            <a:endParaRPr lang="en-US" sz="942" dirty="0">
              <a:latin typeface="メイリオ" panose="020B0604030504040204" pitchFamily="50" charset="-128"/>
              <a:ea typeface="メイリオ" panose="020B0604030504040204" pitchFamily="50" charset="-128"/>
            </a:endParaRPr>
          </a:p>
        </p:txBody>
      </p:sp>
      <p:sp>
        <p:nvSpPr>
          <p:cNvPr id="8" name="Text 5"/>
          <p:cNvSpPr/>
          <p:nvPr/>
        </p:nvSpPr>
        <p:spPr>
          <a:xfrm>
            <a:off x="1039304" y="2134195"/>
            <a:ext cx="1255151" cy="192360"/>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F0F0F0"/>
                </a:solidFill>
                <a:latin typeface="メイリオ" panose="020B0604030504040204" pitchFamily="50" charset="-128"/>
                <a:ea typeface="メイリオ" panose="020B0604030504040204" pitchFamily="50" charset="-128"/>
                <a:cs typeface="Inter" pitchFamily="34" charset="-120"/>
              </a:rPr>
              <a:t>グラフフーリエ変換</a:t>
            </a:r>
            <a:endParaRPr lang="en-US" sz="1090" dirty="0">
              <a:latin typeface="メイリオ" panose="020B0604030504040204" pitchFamily="50" charset="-128"/>
              <a:ea typeface="メイリオ" panose="020B0604030504040204" pitchFamily="50" charset="-128"/>
            </a:endParaRPr>
          </a:p>
        </p:txBody>
      </p:sp>
      <p:sp>
        <p:nvSpPr>
          <p:cNvPr id="9" name="Text 6"/>
          <p:cNvSpPr/>
          <p:nvPr/>
        </p:nvSpPr>
        <p:spPr>
          <a:xfrm>
            <a:off x="1268533" y="2453878"/>
            <a:ext cx="796693" cy="205184"/>
          </a:xfrm>
          <a:prstGeom prst="rect">
            <a:avLst/>
          </a:prstGeom>
          <a:noFill/>
          <a:ln/>
        </p:spPr>
        <p:txBody>
          <a:bodyPr wrap="none" lIns="0" tIns="0" rIns="0" bIns="0" rtlCol="0" anchor="t">
            <a:spAutoFit/>
          </a:bodyPr>
          <a:lstStyle/>
          <a:p>
            <a:pPr marL="0" indent="0" algn="ctr">
              <a:lnSpc>
                <a:spcPts val="16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x̂ = Uᵀ x</a:t>
            </a:r>
            <a:endParaRPr lang="en-US" sz="1269" dirty="0">
              <a:latin typeface="メイリオ" panose="020B0604030504040204" pitchFamily="50" charset="-128"/>
              <a:ea typeface="メイリオ" panose="020B0604030504040204" pitchFamily="50" charset="-128"/>
            </a:endParaRPr>
          </a:p>
        </p:txBody>
      </p:sp>
      <p:sp>
        <p:nvSpPr>
          <p:cNvPr id="10" name="Text 7"/>
          <p:cNvSpPr/>
          <p:nvPr/>
        </p:nvSpPr>
        <p:spPr>
          <a:xfrm>
            <a:off x="1155522" y="2778919"/>
            <a:ext cx="1022716" cy="1154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8892B0"/>
                </a:solidFill>
                <a:latin typeface="メイリオ" panose="020B0604030504040204" pitchFamily="50" charset="-128"/>
                <a:ea typeface="メイリオ" panose="020B0604030504040204" pitchFamily="50" charset="-128"/>
                <a:cs typeface="Inter" pitchFamily="34" charset="-120"/>
              </a:rPr>
              <a:t>信号を周波数成分に分解</a:t>
            </a:r>
            <a:endParaRPr lang="en-US" sz="727" dirty="0">
              <a:latin typeface="メイリオ" panose="020B0604030504040204" pitchFamily="50" charset="-128"/>
              <a:ea typeface="メイリオ" panose="020B0604030504040204" pitchFamily="50" charset="-128"/>
            </a:endParaRPr>
          </a:p>
        </p:txBody>
      </p:sp>
      <p:pic>
        <p:nvPicPr>
          <p:cNvPr id="11" name="Image 1" descr="preencoded.png"/>
          <p:cNvPicPr>
            <a:picLocks noChangeAspect="1"/>
          </p:cNvPicPr>
          <p:nvPr/>
        </p:nvPicPr>
        <p:blipFill>
          <a:blip r:embed="rId4"/>
          <a:stretch>
            <a:fillRect/>
          </a:stretch>
        </p:blipFill>
        <p:spPr>
          <a:xfrm>
            <a:off x="3048009" y="2317254"/>
            <a:ext cx="142875" cy="228600"/>
          </a:xfrm>
          <a:prstGeom prst="rect">
            <a:avLst/>
          </a:prstGeom>
        </p:spPr>
      </p:pic>
      <p:sp>
        <p:nvSpPr>
          <p:cNvPr id="12" name="Shape 8"/>
          <p:cNvSpPr/>
          <p:nvPr/>
        </p:nvSpPr>
        <p:spPr>
          <a:xfrm>
            <a:off x="3333759" y="1648420"/>
            <a:ext cx="2476509" cy="1571625"/>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3" name="Shape 9"/>
          <p:cNvSpPr/>
          <p:nvPr/>
        </p:nvSpPr>
        <p:spPr>
          <a:xfrm>
            <a:off x="3333759" y="1648420"/>
            <a:ext cx="2476509" cy="28575"/>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 10"/>
          <p:cNvSpPr/>
          <p:nvPr/>
        </p:nvSpPr>
        <p:spPr>
          <a:xfrm>
            <a:off x="4325151" y="1862733"/>
            <a:ext cx="493725" cy="153888"/>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64FFDA"/>
                </a:solidFill>
                <a:latin typeface="メイリオ" panose="020B0604030504040204" pitchFamily="50" charset="-128"/>
                <a:ea typeface="メイリオ" panose="020B0604030504040204" pitchFamily="50" charset="-128"/>
                <a:cs typeface="Space Grotesk" pitchFamily="34" charset="-120"/>
              </a:rPr>
              <a:t>STEP 02</a:t>
            </a:r>
            <a:endParaRPr lang="en-US" sz="942" dirty="0">
              <a:latin typeface="メイリオ" panose="020B0604030504040204" pitchFamily="50" charset="-128"/>
              <a:ea typeface="メイリオ" panose="020B0604030504040204" pitchFamily="50" charset="-128"/>
            </a:endParaRPr>
          </a:p>
        </p:txBody>
      </p:sp>
      <p:sp>
        <p:nvSpPr>
          <p:cNvPr id="15" name="Text 11"/>
          <p:cNvSpPr/>
          <p:nvPr/>
        </p:nvSpPr>
        <p:spPr>
          <a:xfrm>
            <a:off x="4083899" y="2134195"/>
            <a:ext cx="976229" cy="192360"/>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F0F0F0"/>
                </a:solidFill>
                <a:latin typeface="メイリオ" panose="020B0604030504040204" pitchFamily="50" charset="-128"/>
                <a:ea typeface="メイリオ" panose="020B0604030504040204" pitchFamily="50" charset="-128"/>
                <a:cs typeface="Inter" pitchFamily="34" charset="-120"/>
              </a:rPr>
              <a:t>フィルタリング</a:t>
            </a:r>
            <a:endParaRPr lang="en-US" sz="1090" dirty="0">
              <a:latin typeface="メイリオ" panose="020B0604030504040204" pitchFamily="50" charset="-128"/>
              <a:ea typeface="メイリオ" panose="020B0604030504040204" pitchFamily="50" charset="-128"/>
            </a:endParaRPr>
          </a:p>
        </p:txBody>
      </p:sp>
      <p:sp>
        <p:nvSpPr>
          <p:cNvPr id="16" name="Text 12"/>
          <p:cNvSpPr/>
          <p:nvPr/>
        </p:nvSpPr>
        <p:spPr>
          <a:xfrm>
            <a:off x="4099929" y="2453878"/>
            <a:ext cx="944169" cy="205184"/>
          </a:xfrm>
          <a:prstGeom prst="rect">
            <a:avLst/>
          </a:prstGeom>
          <a:noFill/>
          <a:ln/>
        </p:spPr>
        <p:txBody>
          <a:bodyPr wrap="none" lIns="0" tIns="0" rIns="0" bIns="0" rtlCol="0" anchor="t">
            <a:spAutoFit/>
          </a:bodyPr>
          <a:lstStyle/>
          <a:p>
            <a:pPr marL="0" indent="0" algn="ctr">
              <a:lnSpc>
                <a:spcPts val="16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ĝ = g(Λ) x̂</a:t>
            </a:r>
            <a:endParaRPr lang="en-US" sz="1269" dirty="0">
              <a:latin typeface="メイリオ" panose="020B0604030504040204" pitchFamily="50" charset="-128"/>
              <a:ea typeface="メイリオ" panose="020B0604030504040204" pitchFamily="50" charset="-128"/>
            </a:endParaRPr>
          </a:p>
        </p:txBody>
      </p:sp>
      <p:sp>
        <p:nvSpPr>
          <p:cNvPr id="17" name="Text 13"/>
          <p:cNvSpPr/>
          <p:nvPr/>
        </p:nvSpPr>
        <p:spPr>
          <a:xfrm>
            <a:off x="4014169" y="2778919"/>
            <a:ext cx="1115690" cy="1154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8892B0"/>
                </a:solidFill>
                <a:latin typeface="メイリオ" panose="020B0604030504040204" pitchFamily="50" charset="-128"/>
                <a:ea typeface="メイリオ" panose="020B0604030504040204" pitchFamily="50" charset="-128"/>
                <a:cs typeface="Inter" pitchFamily="34" charset="-120"/>
              </a:rPr>
              <a:t>周波数領域で重みを掛ける</a:t>
            </a:r>
            <a:endParaRPr lang="en-US" sz="727" dirty="0">
              <a:latin typeface="メイリオ" panose="020B0604030504040204" pitchFamily="50" charset="-128"/>
              <a:ea typeface="メイリオ" panose="020B0604030504040204" pitchFamily="50" charset="-128"/>
            </a:endParaRPr>
          </a:p>
        </p:txBody>
      </p:sp>
      <p:pic>
        <p:nvPicPr>
          <p:cNvPr id="18" name="Image 2" descr="preencoded.png"/>
          <p:cNvPicPr>
            <a:picLocks noChangeAspect="1"/>
          </p:cNvPicPr>
          <p:nvPr/>
        </p:nvPicPr>
        <p:blipFill>
          <a:blip r:embed="rId5"/>
          <a:stretch>
            <a:fillRect/>
          </a:stretch>
        </p:blipFill>
        <p:spPr>
          <a:xfrm>
            <a:off x="5953144" y="2317254"/>
            <a:ext cx="142875" cy="228600"/>
          </a:xfrm>
          <a:prstGeom prst="rect">
            <a:avLst/>
          </a:prstGeom>
        </p:spPr>
      </p:pic>
      <p:sp>
        <p:nvSpPr>
          <p:cNvPr id="19" name="Shape 14"/>
          <p:cNvSpPr/>
          <p:nvPr/>
        </p:nvSpPr>
        <p:spPr>
          <a:xfrm>
            <a:off x="6238894" y="1648420"/>
            <a:ext cx="2476509" cy="1571625"/>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Shape 15"/>
          <p:cNvSpPr/>
          <p:nvPr/>
        </p:nvSpPr>
        <p:spPr>
          <a:xfrm>
            <a:off x="6238894" y="1648420"/>
            <a:ext cx="2476509" cy="28575"/>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Text 16"/>
          <p:cNvSpPr/>
          <p:nvPr/>
        </p:nvSpPr>
        <p:spPr>
          <a:xfrm>
            <a:off x="7230285" y="1862733"/>
            <a:ext cx="493725" cy="153888"/>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64FFDA"/>
                </a:solidFill>
                <a:latin typeface="メイリオ" panose="020B0604030504040204" pitchFamily="50" charset="-128"/>
                <a:ea typeface="メイリオ" panose="020B0604030504040204" pitchFamily="50" charset="-128"/>
                <a:cs typeface="Space Grotesk" pitchFamily="34" charset="-120"/>
              </a:rPr>
              <a:t>STEP 03</a:t>
            </a:r>
            <a:endParaRPr lang="en-US" sz="942" dirty="0">
              <a:latin typeface="メイリオ" panose="020B0604030504040204" pitchFamily="50" charset="-128"/>
              <a:ea typeface="メイリオ" panose="020B0604030504040204" pitchFamily="50" charset="-128"/>
            </a:endParaRPr>
          </a:p>
        </p:txBody>
      </p:sp>
      <p:sp>
        <p:nvSpPr>
          <p:cNvPr id="22" name="Text 17"/>
          <p:cNvSpPr/>
          <p:nvPr/>
        </p:nvSpPr>
        <p:spPr>
          <a:xfrm>
            <a:off x="6989033" y="2134195"/>
            <a:ext cx="976229" cy="192360"/>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F0F0F0"/>
                </a:solidFill>
                <a:latin typeface="メイリオ" panose="020B0604030504040204" pitchFamily="50" charset="-128"/>
                <a:ea typeface="メイリオ" panose="020B0604030504040204" pitchFamily="50" charset="-128"/>
                <a:cs typeface="Inter" pitchFamily="34" charset="-120"/>
              </a:rPr>
              <a:t>逆フーリエ変換</a:t>
            </a:r>
            <a:endParaRPr lang="en-US" sz="1090" dirty="0">
              <a:latin typeface="メイリオ" panose="020B0604030504040204" pitchFamily="50" charset="-128"/>
              <a:ea typeface="メイリオ" panose="020B0604030504040204" pitchFamily="50" charset="-128"/>
            </a:endParaRPr>
          </a:p>
        </p:txBody>
      </p:sp>
      <p:sp>
        <p:nvSpPr>
          <p:cNvPr id="23" name="Text 18"/>
          <p:cNvSpPr/>
          <p:nvPr/>
        </p:nvSpPr>
        <p:spPr>
          <a:xfrm>
            <a:off x="7172577" y="2453878"/>
            <a:ext cx="609141" cy="205184"/>
          </a:xfrm>
          <a:prstGeom prst="rect">
            <a:avLst/>
          </a:prstGeom>
          <a:noFill/>
          <a:ln/>
        </p:spPr>
        <p:txBody>
          <a:bodyPr wrap="none" lIns="0" tIns="0" rIns="0" bIns="0" rtlCol="0" anchor="t">
            <a:spAutoFit/>
          </a:bodyPr>
          <a:lstStyle/>
          <a:p>
            <a:pPr marL="0" indent="0" algn="ctr">
              <a:lnSpc>
                <a:spcPts val="16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y = U ĝ</a:t>
            </a:r>
            <a:endParaRPr lang="en-US" sz="1269" dirty="0">
              <a:latin typeface="メイリオ" panose="020B0604030504040204" pitchFamily="50" charset="-128"/>
              <a:ea typeface="メイリオ" panose="020B0604030504040204" pitchFamily="50" charset="-128"/>
            </a:endParaRPr>
          </a:p>
        </p:txBody>
      </p:sp>
      <p:sp>
        <p:nvSpPr>
          <p:cNvPr id="24" name="Text 19"/>
          <p:cNvSpPr/>
          <p:nvPr/>
        </p:nvSpPr>
        <p:spPr>
          <a:xfrm>
            <a:off x="7151738" y="2778919"/>
            <a:ext cx="650819" cy="1154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8892B0"/>
                </a:solidFill>
                <a:latin typeface="メイリオ" panose="020B0604030504040204" pitchFamily="50" charset="-128"/>
                <a:ea typeface="メイリオ" panose="020B0604030504040204" pitchFamily="50" charset="-128"/>
                <a:cs typeface="Inter" pitchFamily="34" charset="-120"/>
              </a:rPr>
              <a:t>元の空間に戻す</a:t>
            </a:r>
            <a:endParaRPr lang="en-US" sz="727" dirty="0">
              <a:latin typeface="メイリオ" panose="020B0604030504040204" pitchFamily="50" charset="-128"/>
              <a:ea typeface="メイリオ" panose="020B0604030504040204" pitchFamily="50" charset="-128"/>
            </a:endParaRPr>
          </a:p>
        </p:txBody>
      </p:sp>
      <p:sp>
        <p:nvSpPr>
          <p:cNvPr id="25" name="Shape 20"/>
          <p:cNvSpPr/>
          <p:nvPr/>
        </p:nvSpPr>
        <p:spPr>
          <a:xfrm>
            <a:off x="428625" y="3648670"/>
            <a:ext cx="8286750" cy="1337667"/>
          </a:xfrm>
          <a:prstGeom prst="rect">
            <a:avLst/>
          </a:prstGeom>
          <a:solidFill>
            <a:srgbClr val="64FFDA">
              <a:alpha val="5000"/>
            </a:srgbClr>
          </a:solidFill>
          <a:ln w="9144">
            <a:solidFill>
              <a:srgbClr val="64FFDA"/>
            </a:solidFill>
            <a:prstDash val="dash"/>
          </a:ln>
        </p:spPr>
        <p:txBody>
          <a:bodyPr/>
          <a:lstStyle/>
          <a:p>
            <a:endParaRPr lang="ja-JP" altLang="en-US"/>
          </a:p>
        </p:txBody>
      </p:sp>
      <p:sp>
        <p:nvSpPr>
          <p:cNvPr id="26" name="Text 21"/>
          <p:cNvSpPr/>
          <p:nvPr/>
        </p:nvSpPr>
        <p:spPr>
          <a:xfrm>
            <a:off x="3369748" y="3934420"/>
            <a:ext cx="2404504" cy="153888"/>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これらを統合したグラフ畳み込みの基本式：</a:t>
            </a:r>
            <a:endParaRPr lang="en-US" sz="942" dirty="0">
              <a:latin typeface="メイリオ" panose="020B0604030504040204" pitchFamily="50" charset="-128"/>
              <a:ea typeface="メイリオ" panose="020B0604030504040204" pitchFamily="50" charset="-128"/>
            </a:endParaRPr>
          </a:p>
        </p:txBody>
      </p:sp>
      <p:sp>
        <p:nvSpPr>
          <p:cNvPr id="27" name="Text 22"/>
          <p:cNvSpPr/>
          <p:nvPr/>
        </p:nvSpPr>
        <p:spPr>
          <a:xfrm>
            <a:off x="3269560" y="4248745"/>
            <a:ext cx="2604879" cy="410369"/>
          </a:xfrm>
          <a:prstGeom prst="rect">
            <a:avLst/>
          </a:prstGeom>
          <a:noFill/>
          <a:ln/>
        </p:spPr>
        <p:txBody>
          <a:bodyPr wrap="none" lIns="0" tIns="0" rIns="0" bIns="0" rtlCol="0" anchor="t">
            <a:spAutoFit/>
          </a:bodyPr>
          <a:lstStyle/>
          <a:p>
            <a:pPr marL="0" indent="0" algn="ctr">
              <a:lnSpc>
                <a:spcPts val="3200"/>
              </a:lnSpc>
              <a:buNone/>
            </a:pPr>
            <a:r>
              <a:rPr lang="en-US" sz="2592" dirty="0">
                <a:solidFill>
                  <a:srgbClr val="64FFDA"/>
                </a:solidFill>
                <a:latin typeface="メイリオ" panose="020B0604030504040204" pitchFamily="50" charset="-128"/>
                <a:ea typeface="メイリオ" panose="020B0604030504040204" pitchFamily="50" charset="-128"/>
                <a:cs typeface="Space Grotesk" pitchFamily="34" charset="-120"/>
              </a:rPr>
              <a:t>y = U g(Λ) Uᵀ x</a:t>
            </a:r>
            <a:endParaRPr lang="en-US" sz="2592" dirty="0">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6033960"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数式の理解 (3) - チェビシェフ多項式による近似</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428625" y="834033"/>
            <a:ext cx="8286750" cy="557213"/>
          </a:xfrm>
          <a:prstGeom prst="rect">
            <a:avLst/>
          </a:prstGeom>
          <a:solidFill>
            <a:srgbClr val="FF6464">
              <a:alpha val="10000"/>
            </a:srgbClr>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Shape 2"/>
          <p:cNvSpPr/>
          <p:nvPr/>
        </p:nvSpPr>
        <p:spPr>
          <a:xfrm>
            <a:off x="428625" y="834033"/>
            <a:ext cx="28575" cy="557213"/>
          </a:xfrm>
          <a:prstGeom prst="rect">
            <a:avLst/>
          </a:prstGeom>
          <a:solidFill>
            <a:srgbClr val="FF6464"/>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6" name="Image 1" descr="preencoded.png"/>
          <p:cNvPicPr>
            <a:picLocks noChangeAspect="1"/>
          </p:cNvPicPr>
          <p:nvPr/>
        </p:nvPicPr>
        <p:blipFill>
          <a:blip r:embed="rId4"/>
          <a:stretch>
            <a:fillRect/>
          </a:stretch>
        </p:blipFill>
        <p:spPr>
          <a:xfrm>
            <a:off x="514350" y="937617"/>
            <a:ext cx="142875" cy="142875"/>
          </a:xfrm>
          <a:prstGeom prst="rect">
            <a:avLst/>
          </a:prstGeom>
        </p:spPr>
      </p:pic>
      <p:sp>
        <p:nvSpPr>
          <p:cNvPr id="7" name="Text 3"/>
          <p:cNvSpPr/>
          <p:nvPr/>
        </p:nvSpPr>
        <p:spPr>
          <a:xfrm>
            <a:off x="698302" y="923330"/>
            <a:ext cx="304571" cy="17267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BABA"/>
                </a:solidFill>
                <a:latin typeface="メイリオ" panose="020B0604030504040204" pitchFamily="50" charset="-128"/>
                <a:ea typeface="メイリオ" panose="020B0604030504040204" pitchFamily="50" charset="-128"/>
                <a:cs typeface="Inter" pitchFamily="34" charset="-120"/>
              </a:rPr>
              <a:t>課題:</a:t>
            </a:r>
            <a:endParaRPr lang="en-US" sz="987" dirty="0">
              <a:latin typeface="メイリオ" panose="020B0604030504040204" pitchFamily="50" charset="-128"/>
              <a:ea typeface="メイリオ" panose="020B0604030504040204" pitchFamily="50" charset="-128"/>
            </a:endParaRPr>
          </a:p>
        </p:txBody>
      </p:sp>
      <p:sp>
        <p:nvSpPr>
          <p:cNvPr id="8" name="Text 4"/>
          <p:cNvSpPr/>
          <p:nvPr/>
        </p:nvSpPr>
        <p:spPr>
          <a:xfrm>
            <a:off x="1030486" y="923330"/>
            <a:ext cx="7001917"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BABA"/>
                </a:solidFill>
                <a:latin typeface="メイリオ" panose="020B0604030504040204" pitchFamily="50" charset="-128"/>
                <a:ea typeface="メイリオ" panose="020B0604030504040204" pitchFamily="50" charset="-128"/>
                <a:cs typeface="Inter" pitchFamily="34" charset="-120"/>
              </a:rPr>
              <a:t>厳密なグラフ畳み込みには「固有値分解」が必要ですが、計算コストが非常に高く、大規模なグラフでは実用的では</a:t>
            </a:r>
            <a:endParaRPr lang="en-US" sz="1050" dirty="0">
              <a:latin typeface="メイリオ" panose="020B0604030504040204" pitchFamily="50" charset="-128"/>
              <a:ea typeface="メイリオ" panose="020B0604030504040204" pitchFamily="50" charset="-128"/>
            </a:endParaRPr>
          </a:p>
        </p:txBody>
      </p:sp>
      <p:sp>
        <p:nvSpPr>
          <p:cNvPr id="9" name="Text 5"/>
          <p:cNvSpPr/>
          <p:nvPr/>
        </p:nvSpPr>
        <p:spPr>
          <a:xfrm>
            <a:off x="514350" y="1116211"/>
            <a:ext cx="807913"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BABA"/>
                </a:solidFill>
                <a:latin typeface="メイリオ" panose="020B0604030504040204" pitchFamily="50" charset="-128"/>
                <a:ea typeface="メイリオ" panose="020B0604030504040204" pitchFamily="50" charset="-128"/>
                <a:cs typeface="Inter" pitchFamily="34" charset="-120"/>
              </a:rPr>
              <a:t>ありません。</a:t>
            </a:r>
            <a:endParaRPr lang="en-US" sz="1050" dirty="0">
              <a:latin typeface="メイリオ" panose="020B0604030504040204" pitchFamily="50" charset="-128"/>
              <a:ea typeface="メイリオ" panose="020B0604030504040204" pitchFamily="50" charset="-128"/>
            </a:endParaRPr>
          </a:p>
        </p:txBody>
      </p:sp>
      <p:sp>
        <p:nvSpPr>
          <p:cNvPr id="10" name="Shape 6"/>
          <p:cNvSpPr/>
          <p:nvPr/>
        </p:nvSpPr>
        <p:spPr>
          <a:xfrm>
            <a:off x="428625" y="1462683"/>
            <a:ext cx="8286750" cy="928046"/>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Text 7"/>
          <p:cNvSpPr/>
          <p:nvPr/>
        </p:nvSpPr>
        <p:spPr>
          <a:xfrm>
            <a:off x="3398334" y="1631733"/>
            <a:ext cx="623569" cy="28212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0F0F0"/>
                </a:solidFill>
                <a:latin typeface="メイリオ" panose="020B0604030504040204" pitchFamily="50" charset="-128"/>
                <a:ea typeface="メイリオ" panose="020B0604030504040204" pitchFamily="50" charset="-128"/>
                <a:cs typeface="Space Grotesk" pitchFamily="34" charset="-120"/>
              </a:rPr>
              <a:t>y ≈ ∑</a:t>
            </a:r>
            <a:endParaRPr lang="en-US" sz="1704" dirty="0">
              <a:latin typeface="メイリオ" panose="020B0604030504040204" pitchFamily="50" charset="-128"/>
              <a:ea typeface="メイリオ" panose="020B0604030504040204" pitchFamily="50" charset="-128"/>
            </a:endParaRPr>
          </a:p>
        </p:txBody>
      </p:sp>
      <p:sp>
        <p:nvSpPr>
          <p:cNvPr id="12" name="Text 8"/>
          <p:cNvSpPr/>
          <p:nvPr/>
        </p:nvSpPr>
        <p:spPr>
          <a:xfrm>
            <a:off x="4033252" y="1716732"/>
            <a:ext cx="240450" cy="230832"/>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0F0F0"/>
                </a:solidFill>
                <a:latin typeface="メイリオ" panose="020B0604030504040204" pitchFamily="50" charset="-128"/>
                <a:ea typeface="メイリオ" panose="020B0604030504040204" pitchFamily="50" charset="-128"/>
                <a:cs typeface="Space Grotesk" pitchFamily="34" charset="-120"/>
              </a:rPr>
              <a:t>k=0</a:t>
            </a:r>
            <a:endParaRPr lang="en-US" sz="1414" dirty="0">
              <a:latin typeface="メイリオ" panose="020B0604030504040204" pitchFamily="50" charset="-128"/>
              <a:ea typeface="メイリオ" panose="020B0604030504040204" pitchFamily="50" charset="-128"/>
            </a:endParaRPr>
          </a:p>
        </p:txBody>
      </p:sp>
      <p:sp>
        <p:nvSpPr>
          <p:cNvPr id="13" name="Text 9"/>
          <p:cNvSpPr/>
          <p:nvPr/>
        </p:nvSpPr>
        <p:spPr>
          <a:xfrm>
            <a:off x="4048657" y="1580274"/>
            <a:ext cx="208390" cy="230832"/>
          </a:xfrm>
          <a:prstGeom prst="rect">
            <a:avLst/>
          </a:prstGeom>
          <a:noFill/>
          <a:ln/>
        </p:spPr>
        <p:txBody>
          <a:bodyPr wrap="none" lIns="0" tIns="0" rIns="0" bIns="0" rtlCol="0" anchor="t">
            <a:spAutoFit/>
          </a:bodyPr>
          <a:lstStyle/>
          <a:p>
            <a:pPr marL="0" indent="0" algn="ctr">
              <a:lnSpc>
                <a:spcPts val="1800"/>
              </a:lnSpc>
              <a:buNone/>
            </a:pPr>
            <a:r>
              <a:rPr lang="en-US" sz="1414" baseline="30000" dirty="0">
                <a:solidFill>
                  <a:srgbClr val="F0F0F0"/>
                </a:solidFill>
                <a:latin typeface="メイリオ" panose="020B0604030504040204" pitchFamily="50" charset="-128"/>
                <a:ea typeface="メイリオ" panose="020B0604030504040204" pitchFamily="50" charset="-128"/>
                <a:cs typeface="Space Grotesk" pitchFamily="34" charset="-120"/>
              </a:rPr>
              <a:t>K-1</a:t>
            </a:r>
            <a:endParaRPr lang="en-US" sz="1414" dirty="0">
              <a:latin typeface="メイリオ" panose="020B0604030504040204" pitchFamily="50" charset="-128"/>
              <a:ea typeface="メイリオ" panose="020B0604030504040204" pitchFamily="50" charset="-128"/>
            </a:endParaRPr>
          </a:p>
        </p:txBody>
      </p:sp>
      <p:sp>
        <p:nvSpPr>
          <p:cNvPr id="14" name="Text 10"/>
          <p:cNvSpPr/>
          <p:nvPr/>
        </p:nvSpPr>
        <p:spPr>
          <a:xfrm>
            <a:off x="4625579" y="1631733"/>
            <a:ext cx="133049" cy="28212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0F0F0"/>
                </a:solidFill>
                <a:latin typeface="メイリオ" panose="020B0604030504040204" pitchFamily="50" charset="-128"/>
                <a:ea typeface="メイリオ" panose="020B0604030504040204" pitchFamily="50" charset="-128"/>
                <a:cs typeface="Space Grotesk" pitchFamily="34" charset="-120"/>
              </a:rPr>
              <a:t>θ</a:t>
            </a:r>
            <a:endParaRPr lang="en-US" sz="1704" dirty="0">
              <a:latin typeface="メイリオ" panose="020B0604030504040204" pitchFamily="50" charset="-128"/>
              <a:ea typeface="メイリオ" panose="020B0604030504040204" pitchFamily="50" charset="-128"/>
            </a:endParaRPr>
          </a:p>
        </p:txBody>
      </p:sp>
      <p:sp>
        <p:nvSpPr>
          <p:cNvPr id="15" name="Text 11"/>
          <p:cNvSpPr/>
          <p:nvPr/>
        </p:nvSpPr>
        <p:spPr>
          <a:xfrm>
            <a:off x="4802376" y="1716732"/>
            <a:ext cx="67326" cy="230832"/>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0F0F0"/>
                </a:solidFill>
                <a:latin typeface="メイリオ" panose="020B0604030504040204" pitchFamily="50" charset="-128"/>
                <a:ea typeface="メイリオ" panose="020B0604030504040204" pitchFamily="50" charset="-128"/>
                <a:cs typeface="Space Grotesk" pitchFamily="34" charset="-120"/>
              </a:rPr>
              <a:t>k</a:t>
            </a:r>
            <a:endParaRPr lang="en-US" sz="1414" dirty="0">
              <a:latin typeface="メイリオ" panose="020B0604030504040204" pitchFamily="50" charset="-128"/>
              <a:ea typeface="メイリオ" panose="020B0604030504040204" pitchFamily="50" charset="-128"/>
            </a:endParaRPr>
          </a:p>
        </p:txBody>
      </p:sp>
      <p:sp>
        <p:nvSpPr>
          <p:cNvPr id="16" name="Text 12"/>
          <p:cNvSpPr/>
          <p:nvPr/>
        </p:nvSpPr>
        <p:spPr>
          <a:xfrm>
            <a:off x="4910970" y="1631733"/>
            <a:ext cx="139461" cy="28212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0F0F0"/>
                </a:solidFill>
                <a:latin typeface="メイリオ" panose="020B0604030504040204" pitchFamily="50" charset="-128"/>
                <a:ea typeface="メイリオ" panose="020B0604030504040204" pitchFamily="50" charset="-128"/>
                <a:cs typeface="Space Grotesk" pitchFamily="34" charset="-120"/>
              </a:rPr>
              <a:t>T</a:t>
            </a:r>
            <a:endParaRPr lang="en-US" sz="1704" dirty="0">
              <a:latin typeface="メイリオ" panose="020B0604030504040204" pitchFamily="50" charset="-128"/>
              <a:ea typeface="メイリオ" panose="020B0604030504040204" pitchFamily="50" charset="-128"/>
            </a:endParaRPr>
          </a:p>
        </p:txBody>
      </p:sp>
      <p:sp>
        <p:nvSpPr>
          <p:cNvPr id="17" name="Text 13"/>
          <p:cNvSpPr/>
          <p:nvPr/>
        </p:nvSpPr>
        <p:spPr>
          <a:xfrm>
            <a:off x="5091698" y="1716732"/>
            <a:ext cx="67326" cy="230832"/>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0F0F0"/>
                </a:solidFill>
                <a:latin typeface="メイリオ" panose="020B0604030504040204" pitchFamily="50" charset="-128"/>
                <a:ea typeface="メイリオ" panose="020B0604030504040204" pitchFamily="50" charset="-128"/>
                <a:cs typeface="Space Grotesk" pitchFamily="34" charset="-120"/>
              </a:rPr>
              <a:t>k</a:t>
            </a:r>
            <a:endParaRPr lang="en-US" sz="1414" dirty="0">
              <a:latin typeface="メイリオ" panose="020B0604030504040204" pitchFamily="50" charset="-128"/>
              <a:ea typeface="メイリオ" panose="020B0604030504040204" pitchFamily="50" charset="-128"/>
            </a:endParaRPr>
          </a:p>
        </p:txBody>
      </p:sp>
      <p:sp>
        <p:nvSpPr>
          <p:cNvPr id="18" name="Text 14"/>
          <p:cNvSpPr/>
          <p:nvPr/>
        </p:nvSpPr>
        <p:spPr>
          <a:xfrm>
            <a:off x="5155336" y="1631733"/>
            <a:ext cx="572273" cy="28212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0F0F0"/>
                </a:solidFill>
                <a:latin typeface="メイリオ" panose="020B0604030504040204" pitchFamily="50" charset="-128"/>
                <a:ea typeface="メイリオ" panose="020B0604030504040204" pitchFamily="50" charset="-128"/>
                <a:cs typeface="Space Grotesk" pitchFamily="34" charset="-120"/>
              </a:rPr>
              <a:t>(˜L)x</a:t>
            </a:r>
            <a:endParaRPr lang="en-US" sz="1704" dirty="0">
              <a:latin typeface="メイリオ" panose="020B0604030504040204" pitchFamily="50" charset="-128"/>
              <a:ea typeface="メイリオ" panose="020B0604030504040204" pitchFamily="50" charset="-128"/>
            </a:endParaRPr>
          </a:p>
        </p:txBody>
      </p:sp>
      <p:sp>
        <p:nvSpPr>
          <p:cNvPr id="19" name="Text 15"/>
          <p:cNvSpPr/>
          <p:nvPr/>
        </p:nvSpPr>
        <p:spPr>
          <a:xfrm>
            <a:off x="2957270" y="2070348"/>
            <a:ext cx="480901" cy="153888"/>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フィルタ</a:t>
            </a:r>
            <a:endParaRPr lang="en-US" sz="942" dirty="0">
              <a:latin typeface="メイリオ" panose="020B0604030504040204" pitchFamily="50" charset="-128"/>
              <a:ea typeface="メイリオ" panose="020B0604030504040204" pitchFamily="50" charset="-128"/>
            </a:endParaRPr>
          </a:p>
        </p:txBody>
      </p:sp>
      <p:sp>
        <p:nvSpPr>
          <p:cNvPr id="20" name="Text 16"/>
          <p:cNvSpPr/>
          <p:nvPr/>
        </p:nvSpPr>
        <p:spPr>
          <a:xfrm>
            <a:off x="3479899" y="2070348"/>
            <a:ext cx="269677" cy="15537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g(Λ)</a:t>
            </a:r>
            <a:endParaRPr lang="en-US" sz="885" dirty="0">
              <a:latin typeface="メイリオ" panose="020B0604030504040204" pitchFamily="50" charset="-128"/>
              <a:ea typeface="メイリオ" panose="020B0604030504040204" pitchFamily="50" charset="-128"/>
            </a:endParaRPr>
          </a:p>
        </p:txBody>
      </p:sp>
      <p:sp>
        <p:nvSpPr>
          <p:cNvPr id="21" name="Text 17"/>
          <p:cNvSpPr/>
          <p:nvPr/>
        </p:nvSpPr>
        <p:spPr>
          <a:xfrm>
            <a:off x="3839608" y="2070348"/>
            <a:ext cx="1202252" cy="153888"/>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をチェビシェフ多項式</a:t>
            </a:r>
            <a:endParaRPr lang="en-US" sz="942" dirty="0">
              <a:latin typeface="メイリオ" panose="020B0604030504040204" pitchFamily="50" charset="-128"/>
              <a:ea typeface="メイリオ" panose="020B0604030504040204" pitchFamily="50" charset="-128"/>
            </a:endParaRPr>
          </a:p>
        </p:txBody>
      </p:sp>
      <p:sp>
        <p:nvSpPr>
          <p:cNvPr id="22" name="Text 18"/>
          <p:cNvSpPr/>
          <p:nvPr/>
        </p:nvSpPr>
        <p:spPr>
          <a:xfrm>
            <a:off x="5137083" y="2070348"/>
            <a:ext cx="75341" cy="153888"/>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T</a:t>
            </a:r>
            <a:endParaRPr lang="en-US" sz="885" dirty="0">
              <a:latin typeface="メイリオ" panose="020B0604030504040204" pitchFamily="50" charset="-128"/>
              <a:ea typeface="メイリオ" panose="020B0604030504040204" pitchFamily="50" charset="-128"/>
            </a:endParaRPr>
          </a:p>
        </p:txBody>
      </p:sp>
      <p:sp>
        <p:nvSpPr>
          <p:cNvPr id="23" name="Text 19"/>
          <p:cNvSpPr/>
          <p:nvPr/>
        </p:nvSpPr>
        <p:spPr>
          <a:xfrm>
            <a:off x="5228741" y="2119266"/>
            <a:ext cx="38472" cy="128240"/>
          </a:xfrm>
          <a:prstGeom prst="rect">
            <a:avLst/>
          </a:prstGeom>
          <a:noFill/>
          <a:ln/>
        </p:spPr>
        <p:txBody>
          <a:bodyPr wrap="none" lIns="0" tIns="0" rIns="0" bIns="0" rtlCol="0" anchor="t">
            <a:spAutoFit/>
          </a:bodyPr>
          <a:lstStyle/>
          <a:p>
            <a:pPr marL="0" indent="0" algn="ctr">
              <a:lnSpc>
                <a:spcPts val="1000"/>
              </a:lnSpc>
              <a:buNone/>
            </a:pPr>
            <a:r>
              <a:rPr lang="en-US" sz="734" b="1" baseline="-40000" dirty="0">
                <a:solidFill>
                  <a:srgbClr val="64FFDA"/>
                </a:solidFill>
                <a:latin typeface="メイリオ" panose="020B0604030504040204" pitchFamily="50" charset="-128"/>
                <a:ea typeface="メイリオ" panose="020B0604030504040204" pitchFamily="50" charset="-128"/>
                <a:cs typeface="Inter" pitchFamily="34" charset="-120"/>
              </a:rPr>
              <a:t>k</a:t>
            </a:r>
            <a:endParaRPr lang="en-US" sz="734" dirty="0">
              <a:latin typeface="メイリオ" panose="020B0604030504040204" pitchFamily="50" charset="-128"/>
              <a:ea typeface="メイリオ" panose="020B0604030504040204" pitchFamily="50" charset="-128"/>
            </a:endParaRPr>
          </a:p>
        </p:txBody>
      </p:sp>
      <p:sp>
        <p:nvSpPr>
          <p:cNvPr id="24" name="Text 20"/>
          <p:cNvSpPr/>
          <p:nvPr/>
        </p:nvSpPr>
        <p:spPr>
          <a:xfrm>
            <a:off x="5332609" y="2070348"/>
            <a:ext cx="841577" cy="153888"/>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で近似します。</a:t>
            </a:r>
            <a:endParaRPr lang="en-US" sz="942" dirty="0">
              <a:latin typeface="メイリオ" panose="020B0604030504040204" pitchFamily="50" charset="-128"/>
              <a:ea typeface="メイリオ" panose="020B0604030504040204" pitchFamily="50" charset="-128"/>
            </a:endParaRPr>
          </a:p>
        </p:txBody>
      </p:sp>
      <p:sp>
        <p:nvSpPr>
          <p:cNvPr id="25" name="Shape 21"/>
          <p:cNvSpPr/>
          <p:nvPr/>
        </p:nvSpPr>
        <p:spPr>
          <a:xfrm>
            <a:off x="432197" y="2522888"/>
            <a:ext cx="1637565" cy="350044"/>
          </a:xfrm>
          <a:prstGeom prst="rect">
            <a:avLst/>
          </a:prstGeom>
          <a:solidFill>
            <a:srgbClr val="1D2D5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22"/>
          <p:cNvSpPr/>
          <p:nvPr/>
        </p:nvSpPr>
        <p:spPr>
          <a:xfrm>
            <a:off x="432197" y="2517861"/>
            <a:ext cx="1637565" cy="360099"/>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Space Grotesk" pitchFamily="34" charset="-120"/>
              </a:rPr>
              <a:t>項目</a:t>
            </a:r>
            <a:endParaRPr lang="en-US" sz="885" dirty="0">
              <a:latin typeface="メイリオ" panose="020B0604030504040204" pitchFamily="50" charset="-128"/>
              <a:ea typeface="メイリオ" panose="020B0604030504040204" pitchFamily="50" charset="-128"/>
            </a:endParaRPr>
          </a:p>
        </p:txBody>
      </p:sp>
      <p:sp>
        <p:nvSpPr>
          <p:cNvPr id="27" name="Shape 23"/>
          <p:cNvSpPr/>
          <p:nvPr/>
        </p:nvSpPr>
        <p:spPr>
          <a:xfrm>
            <a:off x="2069762" y="2522888"/>
            <a:ext cx="2975763" cy="350044"/>
          </a:xfrm>
          <a:prstGeom prst="rect">
            <a:avLst/>
          </a:prstGeom>
          <a:solidFill>
            <a:srgbClr val="1D2D5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 name="Text 24"/>
          <p:cNvSpPr/>
          <p:nvPr/>
        </p:nvSpPr>
        <p:spPr>
          <a:xfrm>
            <a:off x="2069762" y="2517861"/>
            <a:ext cx="2975763" cy="360099"/>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Space Grotesk" pitchFamily="34" charset="-120"/>
              </a:rPr>
              <a:t>厳密な計算 (Spectral)</a:t>
            </a:r>
            <a:endParaRPr lang="en-US" sz="885" dirty="0">
              <a:latin typeface="メイリオ" panose="020B0604030504040204" pitchFamily="50" charset="-128"/>
              <a:ea typeface="メイリオ" panose="020B0604030504040204" pitchFamily="50" charset="-128"/>
            </a:endParaRPr>
          </a:p>
        </p:txBody>
      </p:sp>
      <p:sp>
        <p:nvSpPr>
          <p:cNvPr id="29" name="Shape 25"/>
          <p:cNvSpPr/>
          <p:nvPr/>
        </p:nvSpPr>
        <p:spPr>
          <a:xfrm>
            <a:off x="5045525" y="2522888"/>
            <a:ext cx="3666279" cy="350044"/>
          </a:xfrm>
          <a:prstGeom prst="rect">
            <a:avLst/>
          </a:prstGeom>
          <a:solidFill>
            <a:srgbClr val="1D2D5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0" name="Text 26"/>
          <p:cNvSpPr/>
          <p:nvPr/>
        </p:nvSpPr>
        <p:spPr>
          <a:xfrm>
            <a:off x="5045525" y="2517861"/>
            <a:ext cx="3666279" cy="360099"/>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Space Grotesk" pitchFamily="34" charset="-120"/>
              </a:rPr>
              <a:t>チェビシェフ近似 (ChebNet)</a:t>
            </a:r>
            <a:endParaRPr lang="en-US" sz="885" dirty="0">
              <a:latin typeface="メイリオ" panose="020B0604030504040204" pitchFamily="50" charset="-128"/>
              <a:ea typeface="メイリオ" panose="020B0604030504040204" pitchFamily="50" charset="-128"/>
            </a:endParaRPr>
          </a:p>
        </p:txBody>
      </p:sp>
      <p:sp>
        <p:nvSpPr>
          <p:cNvPr id="31" name="Text 27"/>
          <p:cNvSpPr/>
          <p:nvPr/>
        </p:nvSpPr>
        <p:spPr>
          <a:xfrm>
            <a:off x="432197" y="2865788"/>
            <a:ext cx="1637565" cy="369689"/>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計算コスト</a:t>
            </a:r>
            <a:endParaRPr lang="en-US" sz="885" dirty="0">
              <a:latin typeface="メイリオ" panose="020B0604030504040204" pitchFamily="50" charset="-128"/>
              <a:ea typeface="メイリオ" panose="020B0604030504040204" pitchFamily="50" charset="-128"/>
            </a:endParaRPr>
          </a:p>
        </p:txBody>
      </p:sp>
      <p:sp>
        <p:nvSpPr>
          <p:cNvPr id="32" name="Text 28"/>
          <p:cNvSpPr/>
          <p:nvPr/>
        </p:nvSpPr>
        <p:spPr>
          <a:xfrm>
            <a:off x="2159059" y="2978302"/>
            <a:ext cx="241102" cy="155377"/>
          </a:xfrm>
          <a:prstGeom prst="rect">
            <a:avLst/>
          </a:prstGeom>
          <a:noFill/>
          <a:ln/>
        </p:spPr>
        <p:txBody>
          <a:bodyPr wrap="none" lIns="0" tIns="0" rIns="0" bIns="0" rtlCol="0" anchor="t">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O(N</a:t>
            </a:r>
            <a:endParaRPr lang="en-US" sz="942" dirty="0">
              <a:latin typeface="メイリオ" panose="020B0604030504040204" pitchFamily="50" charset="-128"/>
              <a:ea typeface="メイリオ" panose="020B0604030504040204" pitchFamily="50" charset="-128"/>
            </a:endParaRPr>
          </a:p>
        </p:txBody>
      </p:sp>
      <p:sp>
        <p:nvSpPr>
          <p:cNvPr id="33" name="Text 29"/>
          <p:cNvSpPr/>
          <p:nvPr/>
        </p:nvSpPr>
        <p:spPr>
          <a:xfrm>
            <a:off x="2400160" y="2955085"/>
            <a:ext cx="41678" cy="128240"/>
          </a:xfrm>
          <a:prstGeom prst="rect">
            <a:avLst/>
          </a:prstGeom>
          <a:noFill/>
          <a:ln/>
        </p:spPr>
        <p:txBody>
          <a:bodyPr wrap="none" lIns="0" tIns="0" rIns="0" bIns="0" rtlCol="0" anchor="t">
            <a:spAutoFit/>
          </a:bodyPr>
          <a:lstStyle/>
          <a:p>
            <a:pPr marL="0" indent="0" algn="l">
              <a:lnSpc>
                <a:spcPts val="1000"/>
              </a:lnSpc>
              <a:buNone/>
            </a:pPr>
            <a:r>
              <a:rPr lang="en-US" sz="780" baseline="30000" dirty="0">
                <a:solidFill>
                  <a:srgbClr val="CCD6F6"/>
                </a:solidFill>
                <a:latin typeface="メイリオ" panose="020B0604030504040204" pitchFamily="50" charset="-128"/>
                <a:ea typeface="メイリオ" panose="020B0604030504040204" pitchFamily="50" charset="-128"/>
                <a:cs typeface="Inter" pitchFamily="34" charset="-120"/>
              </a:rPr>
              <a:t>3</a:t>
            </a:r>
            <a:endParaRPr lang="en-US" sz="780" dirty="0">
              <a:latin typeface="メイリオ" panose="020B0604030504040204" pitchFamily="50" charset="-128"/>
              <a:ea typeface="メイリオ" panose="020B0604030504040204" pitchFamily="50" charset="-128"/>
            </a:endParaRPr>
          </a:p>
        </p:txBody>
      </p:sp>
      <p:sp>
        <p:nvSpPr>
          <p:cNvPr id="34" name="Text 30"/>
          <p:cNvSpPr/>
          <p:nvPr/>
        </p:nvSpPr>
        <p:spPr>
          <a:xfrm>
            <a:off x="2466240" y="2978302"/>
            <a:ext cx="1150956"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 - 固有値分解が必要</a:t>
            </a:r>
            <a:endParaRPr lang="en-US" sz="942" dirty="0">
              <a:latin typeface="メイリオ" panose="020B0604030504040204" pitchFamily="50" charset="-128"/>
              <a:ea typeface="メイリオ" panose="020B0604030504040204" pitchFamily="50" charset="-128"/>
            </a:endParaRPr>
          </a:p>
        </p:txBody>
      </p:sp>
      <p:sp>
        <p:nvSpPr>
          <p:cNvPr id="35" name="Text 31"/>
          <p:cNvSpPr/>
          <p:nvPr/>
        </p:nvSpPr>
        <p:spPr>
          <a:xfrm>
            <a:off x="5134821" y="2968479"/>
            <a:ext cx="474489" cy="1538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O(K|E|)</a:t>
            </a:r>
            <a:endParaRPr lang="en-US" sz="885" dirty="0">
              <a:latin typeface="メイリオ" panose="020B0604030504040204" pitchFamily="50" charset="-128"/>
              <a:ea typeface="メイリオ" panose="020B0604030504040204" pitchFamily="50" charset="-128"/>
            </a:endParaRPr>
          </a:p>
        </p:txBody>
      </p:sp>
      <p:sp>
        <p:nvSpPr>
          <p:cNvPr id="36" name="Text 32"/>
          <p:cNvSpPr/>
          <p:nvPr/>
        </p:nvSpPr>
        <p:spPr>
          <a:xfrm>
            <a:off x="5592021" y="2968479"/>
            <a:ext cx="936154"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 行列の累乗のみ</a:t>
            </a:r>
            <a:endParaRPr lang="en-US" sz="942" dirty="0">
              <a:latin typeface="メイリオ" panose="020B0604030504040204" pitchFamily="50" charset="-128"/>
              <a:ea typeface="メイリオ" panose="020B0604030504040204" pitchFamily="50" charset="-128"/>
            </a:endParaRPr>
          </a:p>
        </p:txBody>
      </p:sp>
      <p:sp>
        <p:nvSpPr>
          <p:cNvPr id="37" name="Text 33"/>
          <p:cNvSpPr/>
          <p:nvPr/>
        </p:nvSpPr>
        <p:spPr>
          <a:xfrm>
            <a:off x="432197" y="3230450"/>
            <a:ext cx="1637565" cy="360099"/>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局所性</a:t>
            </a:r>
            <a:endParaRPr lang="en-US" sz="885" dirty="0">
              <a:latin typeface="メイリオ" panose="020B0604030504040204" pitchFamily="50" charset="-128"/>
              <a:ea typeface="メイリオ" panose="020B0604030504040204" pitchFamily="50" charset="-128"/>
            </a:endParaRPr>
          </a:p>
        </p:txBody>
      </p:sp>
      <p:sp>
        <p:nvSpPr>
          <p:cNvPr id="38" name="Text 34"/>
          <p:cNvSpPr/>
          <p:nvPr/>
        </p:nvSpPr>
        <p:spPr>
          <a:xfrm>
            <a:off x="2069762" y="3230450"/>
            <a:ext cx="2975763" cy="360099"/>
          </a:xfrm>
          <a:prstGeom prst="rect">
            <a:avLst/>
          </a:prstGeom>
          <a:noFill/>
          <a:ln/>
        </p:spPr>
        <p:txBody>
          <a:bodyPr wrap="square" lIns="102108" tIns="102108" rIns="102108" bIns="102108"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グローバル（全体に影響）</a:t>
            </a:r>
            <a:endParaRPr lang="en-US" sz="942" dirty="0">
              <a:latin typeface="メイリオ" panose="020B0604030504040204" pitchFamily="50" charset="-128"/>
              <a:ea typeface="メイリオ" panose="020B0604030504040204" pitchFamily="50" charset="-128"/>
            </a:endParaRPr>
          </a:p>
        </p:txBody>
      </p:sp>
      <p:sp>
        <p:nvSpPr>
          <p:cNvPr id="39" name="Text 35"/>
          <p:cNvSpPr/>
          <p:nvPr/>
        </p:nvSpPr>
        <p:spPr>
          <a:xfrm>
            <a:off x="5134821" y="3328346"/>
            <a:ext cx="662041" cy="1538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K-localized</a:t>
            </a:r>
            <a:endParaRPr lang="en-US" sz="885" dirty="0">
              <a:latin typeface="メイリオ" panose="020B0604030504040204" pitchFamily="50" charset="-128"/>
              <a:ea typeface="メイリオ" panose="020B0604030504040204" pitchFamily="50" charset="-128"/>
            </a:endParaRPr>
          </a:p>
        </p:txBody>
      </p:sp>
      <p:sp>
        <p:nvSpPr>
          <p:cNvPr id="40" name="Text 36"/>
          <p:cNvSpPr/>
          <p:nvPr/>
        </p:nvSpPr>
        <p:spPr>
          <a:xfrm>
            <a:off x="5834909" y="3328346"/>
            <a:ext cx="1162178"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（Kステップ隣まで）</a:t>
            </a:r>
            <a:endParaRPr lang="en-US" sz="942" dirty="0">
              <a:latin typeface="メイリオ" panose="020B0604030504040204" pitchFamily="50" charset="-128"/>
              <a:ea typeface="メイリオ" panose="020B0604030504040204" pitchFamily="50" charset="-128"/>
            </a:endParaRPr>
          </a:p>
        </p:txBody>
      </p:sp>
      <p:sp>
        <p:nvSpPr>
          <p:cNvPr id="41" name="Text 37"/>
          <p:cNvSpPr/>
          <p:nvPr/>
        </p:nvSpPr>
        <p:spPr>
          <a:xfrm>
            <a:off x="432197" y="3580494"/>
            <a:ext cx="1637565" cy="360099"/>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実装の容易さ</a:t>
            </a:r>
            <a:endParaRPr lang="en-US" sz="885" dirty="0">
              <a:latin typeface="メイリオ" panose="020B0604030504040204" pitchFamily="50" charset="-128"/>
              <a:ea typeface="メイリオ" panose="020B0604030504040204" pitchFamily="50" charset="-128"/>
            </a:endParaRPr>
          </a:p>
        </p:txBody>
      </p:sp>
      <p:sp>
        <p:nvSpPr>
          <p:cNvPr id="42" name="Text 38"/>
          <p:cNvSpPr/>
          <p:nvPr/>
        </p:nvSpPr>
        <p:spPr>
          <a:xfrm>
            <a:off x="2069762" y="3580494"/>
            <a:ext cx="2975763" cy="360099"/>
          </a:xfrm>
          <a:prstGeom prst="rect">
            <a:avLst/>
          </a:prstGeom>
          <a:noFill/>
          <a:ln/>
        </p:spPr>
        <p:txBody>
          <a:bodyPr wrap="square" lIns="102108" tIns="102108" rIns="102108" bIns="102108"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複雑な行列演算が必要</a:t>
            </a:r>
            <a:endParaRPr lang="en-US" sz="942" dirty="0">
              <a:latin typeface="メイリオ" panose="020B0604030504040204" pitchFamily="50" charset="-128"/>
              <a:ea typeface="メイリオ" panose="020B0604030504040204" pitchFamily="50" charset="-128"/>
            </a:endParaRPr>
          </a:p>
        </p:txBody>
      </p:sp>
      <p:sp>
        <p:nvSpPr>
          <p:cNvPr id="43" name="Text 39"/>
          <p:cNvSpPr/>
          <p:nvPr/>
        </p:nvSpPr>
        <p:spPr>
          <a:xfrm>
            <a:off x="5045525" y="3580494"/>
            <a:ext cx="3666279" cy="360099"/>
          </a:xfrm>
          <a:prstGeom prst="rect">
            <a:avLst/>
          </a:prstGeom>
          <a:noFill/>
          <a:ln/>
        </p:spPr>
        <p:txBody>
          <a:bodyPr wrap="square" lIns="102108" tIns="102108" rIns="102108" bIns="102108"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再帰的な行列計算で実装可能</a:t>
            </a:r>
            <a:endParaRPr lang="en-US" sz="942" dirty="0">
              <a:latin typeface="メイリオ" panose="020B0604030504040204" pitchFamily="50" charset="-128"/>
              <a:ea typeface="メイリオ" panose="020B0604030504040204" pitchFamily="50" charset="-128"/>
            </a:endParaRPr>
          </a:p>
        </p:txBody>
      </p:sp>
      <p:sp>
        <p:nvSpPr>
          <p:cNvPr id="44" name="Text 40"/>
          <p:cNvSpPr/>
          <p:nvPr/>
        </p:nvSpPr>
        <p:spPr>
          <a:xfrm>
            <a:off x="428625" y="3939136"/>
            <a:ext cx="8286750" cy="242888"/>
          </a:xfrm>
          <a:prstGeom prst="rect">
            <a:avLst/>
          </a:prstGeom>
          <a:noFill/>
          <a:ln/>
        </p:spPr>
        <p:txBody>
          <a:bodyPr wrap="square" lIns="0" tIns="85090" rIns="0" bIns="0" rtlCol="0" anchor="t">
            <a:spAutoFit/>
          </a:bodyPr>
          <a:lstStyle/>
          <a:p>
            <a:pPr marL="0" indent="0" algn="l">
              <a:lnSpc>
                <a:spcPts val="1200"/>
              </a:lnSpc>
              <a:buNone/>
            </a:pPr>
            <a:r>
              <a:rPr lang="en-US" sz="942" i="1" dirty="0">
                <a:solidFill>
                  <a:srgbClr val="8892B0"/>
                </a:solidFill>
                <a:latin typeface="メイリオ" panose="020B0604030504040204" pitchFamily="50" charset="-128"/>
                <a:ea typeface="メイリオ" panose="020B0604030504040204" pitchFamily="50" charset="-128"/>
                <a:cs typeface="Inter" pitchFamily="34" charset="-120"/>
              </a:rPr>
              <a:t>※ </a:t>
            </a:r>
            <a:r>
              <a:rPr lang="en-US" sz="942" i="1" dirty="0" err="1">
                <a:solidFill>
                  <a:srgbClr val="8892B0"/>
                </a:solidFill>
                <a:latin typeface="メイリオ" panose="020B0604030504040204" pitchFamily="50" charset="-128"/>
                <a:ea typeface="メイリオ" panose="020B0604030504040204" pitchFamily="50" charset="-128"/>
                <a:cs typeface="Inter" pitchFamily="34" charset="-120"/>
              </a:rPr>
              <a:t>DGCNNでは、この近似を用いることで、学習可能な隣接行列</a:t>
            </a:r>
            <a:r>
              <a:rPr lang="en-US" sz="942" i="1" dirty="0">
                <a:solidFill>
                  <a:srgbClr val="8892B0"/>
                </a:solidFill>
                <a:latin typeface="メイリオ" panose="020B0604030504040204" pitchFamily="50" charset="-128"/>
                <a:ea typeface="メイリオ" panose="020B0604030504040204" pitchFamily="50" charset="-128"/>
                <a:cs typeface="Inter" pitchFamily="34" charset="-120"/>
              </a:rPr>
              <a:t> W に対する効率的な勾配計算を可能にしています。</a:t>
            </a:r>
            <a:endParaRPr lang="en-US" sz="942" dirty="0">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6967100"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DGCNNの核心 - 動的グラフ（DYNAMICAL GRAPH）</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428625" y="976908"/>
            <a:ext cx="4000500" cy="1465138"/>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Text 2"/>
          <p:cNvSpPr/>
          <p:nvPr/>
        </p:nvSpPr>
        <p:spPr>
          <a:xfrm>
            <a:off x="642938" y="1191220"/>
            <a:ext cx="942566" cy="115416"/>
          </a:xfrm>
          <a:prstGeom prst="rect">
            <a:avLst/>
          </a:prstGeom>
          <a:noFill/>
          <a:ln/>
        </p:spPr>
        <p:txBody>
          <a:bodyPr wrap="none" lIns="0" tIns="0" rIns="0" bIns="0" rtlCol="0" anchor="t">
            <a:spAutoFit/>
          </a:bodyPr>
          <a:lstStyle/>
          <a:p>
            <a:pPr marL="0" indent="0" algn="l">
              <a:lnSpc>
                <a:spcPts val="900"/>
              </a:lnSpc>
              <a:buNone/>
            </a:pPr>
            <a:r>
              <a:rPr lang="en-US" sz="727" dirty="0">
                <a:solidFill>
                  <a:srgbClr val="64FFDA"/>
                </a:solidFill>
                <a:latin typeface="メイリオ" panose="020B0604030504040204" pitchFamily="50" charset="-128"/>
                <a:ea typeface="メイリオ" panose="020B0604030504040204" pitchFamily="50" charset="-128"/>
                <a:cs typeface="Space Grotesk" pitchFamily="34" charset="-120"/>
              </a:rPr>
              <a:t>TRADITIONAL GCNN</a:t>
            </a:r>
            <a:endParaRPr lang="en-US" sz="727" dirty="0">
              <a:latin typeface="メイリオ" panose="020B0604030504040204" pitchFamily="50" charset="-128"/>
              <a:ea typeface="メイリオ" panose="020B0604030504040204" pitchFamily="50" charset="-128"/>
            </a:endParaRPr>
          </a:p>
        </p:txBody>
      </p:sp>
      <p:pic>
        <p:nvPicPr>
          <p:cNvPr id="6" name="Image 1" descr="preencoded.png"/>
          <p:cNvPicPr>
            <a:picLocks noChangeAspect="1"/>
          </p:cNvPicPr>
          <p:nvPr/>
        </p:nvPicPr>
        <p:blipFill>
          <a:blip r:embed="rId4"/>
          <a:stretch>
            <a:fillRect/>
          </a:stretch>
        </p:blipFill>
        <p:spPr>
          <a:xfrm>
            <a:off x="642938" y="1424285"/>
            <a:ext cx="175022" cy="200025"/>
          </a:xfrm>
          <a:prstGeom prst="rect">
            <a:avLst/>
          </a:prstGeom>
        </p:spPr>
      </p:pic>
      <p:sp>
        <p:nvSpPr>
          <p:cNvPr id="7" name="Text 3"/>
          <p:cNvSpPr/>
          <p:nvPr/>
        </p:nvSpPr>
        <p:spPr>
          <a:xfrm>
            <a:off x="925116" y="1389459"/>
            <a:ext cx="953787" cy="243656"/>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0F0F0"/>
                </a:solidFill>
                <a:latin typeface="メイリオ" panose="020B0604030504040204" pitchFamily="50" charset="-128"/>
                <a:ea typeface="メイリオ" panose="020B0604030504040204" pitchFamily="50" charset="-128"/>
                <a:cs typeface="Inter" pitchFamily="34" charset="-120"/>
              </a:rPr>
              <a:t>固定グラフ</a:t>
            </a:r>
            <a:endParaRPr lang="en-US" sz="1486" dirty="0">
              <a:latin typeface="メイリオ" panose="020B0604030504040204" pitchFamily="50" charset="-128"/>
              <a:ea typeface="メイリオ" panose="020B0604030504040204" pitchFamily="50" charset="-128"/>
            </a:endParaRPr>
          </a:p>
        </p:txBody>
      </p:sp>
      <p:sp>
        <p:nvSpPr>
          <p:cNvPr id="8" name="Text 4"/>
          <p:cNvSpPr/>
          <p:nvPr/>
        </p:nvSpPr>
        <p:spPr>
          <a:xfrm>
            <a:off x="642938" y="1802011"/>
            <a:ext cx="3571875" cy="39536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隣接行列 </a:t>
            </a: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 は、電極間の物理的距離などに基づいて事前に決定され、学習中も変化しません。</a:t>
            </a:r>
            <a:endParaRPr lang="en-US" sz="942" dirty="0">
              <a:latin typeface="メイリオ" panose="020B0604030504040204" pitchFamily="50" charset="-128"/>
              <a:ea typeface="メイリオ" panose="020B0604030504040204" pitchFamily="50" charset="-128"/>
            </a:endParaRPr>
          </a:p>
        </p:txBody>
      </p:sp>
      <p:sp>
        <p:nvSpPr>
          <p:cNvPr id="9" name="Shape 5"/>
          <p:cNvSpPr/>
          <p:nvPr/>
        </p:nvSpPr>
        <p:spPr>
          <a:xfrm>
            <a:off x="4714875" y="976908"/>
            <a:ext cx="4000500" cy="1465138"/>
          </a:xfrm>
          <a:prstGeom prst="rect">
            <a:avLst/>
          </a:prstGeom>
          <a:solidFill>
            <a:srgbClr val="1D2D50"/>
          </a:solidFill>
          <a:ln w="9144">
            <a:solidFill>
              <a:srgbClr val="64FFDA"/>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 name="Text 6"/>
          <p:cNvSpPr/>
          <p:nvPr/>
        </p:nvSpPr>
        <p:spPr>
          <a:xfrm>
            <a:off x="4929188" y="1191220"/>
            <a:ext cx="875240" cy="115416"/>
          </a:xfrm>
          <a:prstGeom prst="rect">
            <a:avLst/>
          </a:prstGeom>
          <a:noFill/>
          <a:ln/>
        </p:spPr>
        <p:txBody>
          <a:bodyPr wrap="none" lIns="0" tIns="0" rIns="0" bIns="0" rtlCol="0" anchor="t">
            <a:spAutoFit/>
          </a:bodyPr>
          <a:lstStyle/>
          <a:p>
            <a:pPr marL="0" indent="0" algn="l">
              <a:lnSpc>
                <a:spcPts val="900"/>
              </a:lnSpc>
              <a:buNone/>
            </a:pPr>
            <a:r>
              <a:rPr lang="en-US" sz="727" dirty="0">
                <a:solidFill>
                  <a:srgbClr val="64FFDA"/>
                </a:solidFill>
                <a:latin typeface="メイリオ" panose="020B0604030504040204" pitchFamily="50" charset="-128"/>
                <a:ea typeface="メイリオ" panose="020B0604030504040204" pitchFamily="50" charset="-128"/>
                <a:cs typeface="Space Grotesk" pitchFamily="34" charset="-120"/>
              </a:rPr>
              <a:t>PROPOSED DGCNN</a:t>
            </a:r>
            <a:endParaRPr lang="en-US" sz="727" dirty="0">
              <a:latin typeface="メイリオ" panose="020B0604030504040204" pitchFamily="50" charset="-128"/>
              <a:ea typeface="メイリオ" panose="020B0604030504040204" pitchFamily="50" charset="-128"/>
            </a:endParaRPr>
          </a:p>
        </p:txBody>
      </p:sp>
      <p:pic>
        <p:nvPicPr>
          <p:cNvPr id="11" name="Image 2" descr="preencoded.png"/>
          <p:cNvPicPr>
            <a:picLocks noChangeAspect="1"/>
          </p:cNvPicPr>
          <p:nvPr/>
        </p:nvPicPr>
        <p:blipFill>
          <a:blip r:embed="rId5"/>
          <a:stretch>
            <a:fillRect/>
          </a:stretch>
        </p:blipFill>
        <p:spPr>
          <a:xfrm>
            <a:off x="4929188" y="1424285"/>
            <a:ext cx="200025" cy="200025"/>
          </a:xfrm>
          <a:prstGeom prst="rect">
            <a:avLst/>
          </a:prstGeom>
        </p:spPr>
      </p:pic>
      <p:sp>
        <p:nvSpPr>
          <p:cNvPr id="12" name="Text 7"/>
          <p:cNvSpPr/>
          <p:nvPr/>
        </p:nvSpPr>
        <p:spPr>
          <a:xfrm>
            <a:off x="5236369" y="1389459"/>
            <a:ext cx="953787" cy="243656"/>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0F0F0"/>
                </a:solidFill>
                <a:latin typeface="メイリオ" panose="020B0604030504040204" pitchFamily="50" charset="-128"/>
                <a:ea typeface="メイリオ" panose="020B0604030504040204" pitchFamily="50" charset="-128"/>
                <a:cs typeface="Inter" pitchFamily="34" charset="-120"/>
              </a:rPr>
              <a:t>動的グラフ</a:t>
            </a:r>
            <a:endParaRPr lang="en-US" sz="1486" dirty="0">
              <a:latin typeface="メイリオ" panose="020B0604030504040204" pitchFamily="50" charset="-128"/>
              <a:ea typeface="メイリオ" panose="020B0604030504040204" pitchFamily="50" charset="-128"/>
            </a:endParaRPr>
          </a:p>
        </p:txBody>
      </p:sp>
      <p:sp>
        <p:nvSpPr>
          <p:cNvPr id="13" name="Text 8"/>
          <p:cNvSpPr/>
          <p:nvPr/>
        </p:nvSpPr>
        <p:spPr>
          <a:xfrm>
            <a:off x="4929188" y="1802011"/>
            <a:ext cx="3571875" cy="39536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隣接行列 </a:t>
            </a: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 自体を</a:t>
            </a: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学習パラメータ</a:t>
            </a: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とし、データから最適な接続関係を自動的に抽出します。</a:t>
            </a:r>
            <a:endParaRPr lang="en-US" sz="942" dirty="0">
              <a:latin typeface="メイリオ" panose="020B0604030504040204" pitchFamily="50" charset="-128"/>
              <a:ea typeface="メイリオ" panose="020B0604030504040204" pitchFamily="50" charset="-128"/>
            </a:endParaRPr>
          </a:p>
        </p:txBody>
      </p:sp>
      <p:pic>
        <p:nvPicPr>
          <p:cNvPr id="14" name="Image 3" descr="preencoded.png"/>
          <p:cNvPicPr>
            <a:picLocks noChangeAspect="1"/>
          </p:cNvPicPr>
          <p:nvPr/>
        </p:nvPicPr>
        <p:blipFill>
          <a:blip r:embed="rId6"/>
          <a:stretch>
            <a:fillRect/>
          </a:stretch>
        </p:blipFill>
        <p:spPr>
          <a:xfrm>
            <a:off x="428625" y="2731368"/>
            <a:ext cx="178594" cy="142875"/>
          </a:xfrm>
          <a:prstGeom prst="rect">
            <a:avLst/>
          </a:prstGeom>
        </p:spPr>
      </p:pic>
      <p:sp>
        <p:nvSpPr>
          <p:cNvPr id="15" name="Text 9"/>
          <p:cNvSpPr/>
          <p:nvPr/>
        </p:nvSpPr>
        <p:spPr>
          <a:xfrm>
            <a:off x="607219" y="2715295"/>
            <a:ext cx="942566"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64FFDA"/>
                </a:solidFill>
                <a:latin typeface="メイリオ" panose="020B0604030504040204" pitchFamily="50" charset="-128"/>
                <a:ea typeface="メイリオ" panose="020B0604030504040204" pitchFamily="50" charset="-128"/>
                <a:cs typeface="Space Grotesk" pitchFamily="34" charset="-120"/>
              </a:rPr>
              <a:t>学習のプロセス</a:t>
            </a:r>
            <a:endParaRPr lang="en-US" sz="1050" dirty="0">
              <a:latin typeface="メイリオ" panose="020B0604030504040204" pitchFamily="50" charset="-128"/>
              <a:ea typeface="メイリオ" panose="020B0604030504040204" pitchFamily="50" charset="-128"/>
            </a:endParaRPr>
          </a:p>
        </p:txBody>
      </p:sp>
      <p:sp>
        <p:nvSpPr>
          <p:cNvPr id="16" name="Shape 10"/>
          <p:cNvSpPr/>
          <p:nvPr/>
        </p:nvSpPr>
        <p:spPr>
          <a:xfrm>
            <a:off x="428625" y="3192140"/>
            <a:ext cx="1964531" cy="978694"/>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Shape 11"/>
          <p:cNvSpPr/>
          <p:nvPr/>
        </p:nvSpPr>
        <p:spPr>
          <a:xfrm>
            <a:off x="428625" y="3192140"/>
            <a:ext cx="1964531"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 name="Text 12"/>
          <p:cNvSpPr/>
          <p:nvPr/>
        </p:nvSpPr>
        <p:spPr>
          <a:xfrm>
            <a:off x="571500" y="3335015"/>
            <a:ext cx="201978" cy="241220"/>
          </a:xfrm>
          <a:prstGeom prst="rect">
            <a:avLst/>
          </a:prstGeom>
          <a:noFill/>
          <a:ln/>
        </p:spPr>
        <p:txBody>
          <a:bodyPr wrap="none" lIns="0" tIns="0" rIns="0" bIns="0" rtlCol="0" anchor="t">
            <a:spAutoFit/>
          </a:bodyPr>
          <a:lstStyle/>
          <a:p>
            <a:pPr marL="0" indent="0" algn="l">
              <a:lnSpc>
                <a:spcPts val="20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01</a:t>
            </a:r>
            <a:endParaRPr lang="en-US" sz="1269" dirty="0">
              <a:latin typeface="メイリオ" panose="020B0604030504040204" pitchFamily="50" charset="-128"/>
              <a:ea typeface="メイリオ" panose="020B0604030504040204" pitchFamily="50" charset="-128"/>
            </a:endParaRPr>
          </a:p>
        </p:txBody>
      </p:sp>
      <p:sp>
        <p:nvSpPr>
          <p:cNvPr id="19" name="Text 13"/>
          <p:cNvSpPr/>
          <p:nvPr/>
        </p:nvSpPr>
        <p:spPr>
          <a:xfrm>
            <a:off x="571500" y="3663628"/>
            <a:ext cx="1678781" cy="34631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隣接行列 </a:t>
            </a:r>
            <a:r>
              <a:rPr lang="en-US" sz="784" b="1"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 をランダム（または距離）で初期化します。</a:t>
            </a:r>
            <a:endParaRPr lang="en-US" sz="834" dirty="0">
              <a:latin typeface="メイリオ" panose="020B0604030504040204" pitchFamily="50" charset="-128"/>
              <a:ea typeface="メイリオ" panose="020B0604030504040204" pitchFamily="50" charset="-128"/>
            </a:endParaRPr>
          </a:p>
        </p:txBody>
      </p:sp>
      <p:sp>
        <p:nvSpPr>
          <p:cNvPr id="20" name="Shape 14"/>
          <p:cNvSpPr/>
          <p:nvPr/>
        </p:nvSpPr>
        <p:spPr>
          <a:xfrm>
            <a:off x="2536031" y="3192140"/>
            <a:ext cx="1964531" cy="1150144"/>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5"/>
          <p:cNvSpPr/>
          <p:nvPr/>
        </p:nvSpPr>
        <p:spPr>
          <a:xfrm>
            <a:off x="2536031" y="3192140"/>
            <a:ext cx="1964531"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Text 16"/>
          <p:cNvSpPr/>
          <p:nvPr/>
        </p:nvSpPr>
        <p:spPr>
          <a:xfrm>
            <a:off x="2678906" y="3335015"/>
            <a:ext cx="201978" cy="241220"/>
          </a:xfrm>
          <a:prstGeom prst="rect">
            <a:avLst/>
          </a:prstGeom>
          <a:noFill/>
          <a:ln/>
        </p:spPr>
        <p:txBody>
          <a:bodyPr wrap="none" lIns="0" tIns="0" rIns="0" bIns="0" rtlCol="0" anchor="t">
            <a:spAutoFit/>
          </a:bodyPr>
          <a:lstStyle/>
          <a:p>
            <a:pPr marL="0" indent="0" algn="l">
              <a:lnSpc>
                <a:spcPts val="20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02</a:t>
            </a:r>
            <a:endParaRPr lang="en-US" sz="1269" dirty="0">
              <a:latin typeface="メイリオ" panose="020B0604030504040204" pitchFamily="50" charset="-128"/>
              <a:ea typeface="メイリオ" panose="020B0604030504040204" pitchFamily="50" charset="-128"/>
            </a:endParaRPr>
          </a:p>
        </p:txBody>
      </p:sp>
      <p:sp>
        <p:nvSpPr>
          <p:cNvPr id="23" name="Text 17"/>
          <p:cNvSpPr/>
          <p:nvPr/>
        </p:nvSpPr>
        <p:spPr>
          <a:xfrm>
            <a:off x="2678906" y="3663628"/>
            <a:ext cx="1678781" cy="34631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感情分類の誤差を計算し、バックプロパゲーションを行います。</a:t>
            </a:r>
            <a:endParaRPr lang="en-US" sz="834" dirty="0">
              <a:latin typeface="メイリオ" panose="020B0604030504040204" pitchFamily="50" charset="-128"/>
              <a:ea typeface="メイリオ" panose="020B0604030504040204" pitchFamily="50" charset="-128"/>
            </a:endParaRPr>
          </a:p>
        </p:txBody>
      </p:sp>
      <p:sp>
        <p:nvSpPr>
          <p:cNvPr id="24" name="Shape 18"/>
          <p:cNvSpPr/>
          <p:nvPr/>
        </p:nvSpPr>
        <p:spPr>
          <a:xfrm>
            <a:off x="4643438" y="3192140"/>
            <a:ext cx="1964531" cy="978694"/>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Shape 19"/>
          <p:cNvSpPr/>
          <p:nvPr/>
        </p:nvSpPr>
        <p:spPr>
          <a:xfrm>
            <a:off x="4643438" y="3192140"/>
            <a:ext cx="1964531"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20"/>
          <p:cNvSpPr/>
          <p:nvPr/>
        </p:nvSpPr>
        <p:spPr>
          <a:xfrm>
            <a:off x="4786313" y="3335015"/>
            <a:ext cx="201978" cy="241220"/>
          </a:xfrm>
          <a:prstGeom prst="rect">
            <a:avLst/>
          </a:prstGeom>
          <a:noFill/>
          <a:ln/>
        </p:spPr>
        <p:txBody>
          <a:bodyPr wrap="none" lIns="0" tIns="0" rIns="0" bIns="0" rtlCol="0" anchor="t">
            <a:spAutoFit/>
          </a:bodyPr>
          <a:lstStyle/>
          <a:p>
            <a:pPr marL="0" indent="0" algn="l">
              <a:lnSpc>
                <a:spcPts val="20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03</a:t>
            </a:r>
            <a:endParaRPr lang="en-US" sz="1269" dirty="0">
              <a:latin typeface="メイリオ" panose="020B0604030504040204" pitchFamily="50" charset="-128"/>
              <a:ea typeface="メイリオ" panose="020B0604030504040204" pitchFamily="50" charset="-128"/>
            </a:endParaRPr>
          </a:p>
        </p:txBody>
      </p:sp>
      <p:sp>
        <p:nvSpPr>
          <p:cNvPr id="27" name="Text 21"/>
          <p:cNvSpPr/>
          <p:nvPr/>
        </p:nvSpPr>
        <p:spPr>
          <a:xfrm>
            <a:off x="4786313" y="3663628"/>
            <a:ext cx="1678781" cy="34631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分類精度が最大化されるように、</a:t>
            </a:r>
            <a:r>
              <a:rPr lang="en-US" sz="784" b="1"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 の各成分を更新します。</a:t>
            </a:r>
            <a:endParaRPr lang="en-US" sz="834" dirty="0">
              <a:latin typeface="メイリオ" panose="020B0604030504040204" pitchFamily="50" charset="-128"/>
              <a:ea typeface="メイリオ" panose="020B0604030504040204" pitchFamily="50" charset="-128"/>
            </a:endParaRPr>
          </a:p>
        </p:txBody>
      </p:sp>
      <p:sp>
        <p:nvSpPr>
          <p:cNvPr id="28" name="Shape 22"/>
          <p:cNvSpPr/>
          <p:nvPr/>
        </p:nvSpPr>
        <p:spPr>
          <a:xfrm>
            <a:off x="6750844" y="3192140"/>
            <a:ext cx="1964531" cy="978694"/>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 name="Shape 23"/>
          <p:cNvSpPr/>
          <p:nvPr/>
        </p:nvSpPr>
        <p:spPr>
          <a:xfrm>
            <a:off x="6750844" y="3192140"/>
            <a:ext cx="1964531"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30" name="Text 24"/>
          <p:cNvSpPr/>
          <p:nvPr/>
        </p:nvSpPr>
        <p:spPr>
          <a:xfrm>
            <a:off x="6893719" y="3335015"/>
            <a:ext cx="201978" cy="241220"/>
          </a:xfrm>
          <a:prstGeom prst="rect">
            <a:avLst/>
          </a:prstGeom>
          <a:noFill/>
          <a:ln/>
        </p:spPr>
        <p:txBody>
          <a:bodyPr wrap="none" lIns="0" tIns="0" rIns="0" bIns="0" rtlCol="0" anchor="t">
            <a:spAutoFit/>
          </a:bodyPr>
          <a:lstStyle/>
          <a:p>
            <a:pPr marL="0" indent="0" algn="l">
              <a:lnSpc>
                <a:spcPts val="2000"/>
              </a:lnSpc>
              <a:buNone/>
            </a:pPr>
            <a:r>
              <a:rPr lang="en-US" sz="1269" dirty="0">
                <a:solidFill>
                  <a:srgbClr val="64FFDA"/>
                </a:solidFill>
                <a:latin typeface="メイリオ" panose="020B0604030504040204" pitchFamily="50" charset="-128"/>
                <a:ea typeface="メイリオ" panose="020B0604030504040204" pitchFamily="50" charset="-128"/>
                <a:cs typeface="Space Grotesk" pitchFamily="34" charset="-120"/>
              </a:rPr>
              <a:t>04</a:t>
            </a:r>
            <a:endParaRPr lang="en-US" sz="1269" dirty="0">
              <a:latin typeface="メイリオ" panose="020B0604030504040204" pitchFamily="50" charset="-128"/>
              <a:ea typeface="メイリオ" panose="020B0604030504040204" pitchFamily="50" charset="-128"/>
            </a:endParaRPr>
          </a:p>
        </p:txBody>
      </p:sp>
      <p:sp>
        <p:nvSpPr>
          <p:cNvPr id="31" name="Text 25"/>
          <p:cNvSpPr/>
          <p:nvPr/>
        </p:nvSpPr>
        <p:spPr>
          <a:xfrm>
            <a:off x="6893719" y="3663628"/>
            <a:ext cx="1678781" cy="34631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最終的に、感情に関連する</a:t>
            </a:r>
            <a:r>
              <a:rPr lang="en-US" sz="784" b="1" dirty="0">
                <a:solidFill>
                  <a:srgbClr val="64FFDA"/>
                </a:solidFill>
                <a:latin typeface="メイリオ" panose="020B0604030504040204" pitchFamily="50" charset="-128"/>
                <a:ea typeface="メイリオ" panose="020B0604030504040204" pitchFamily="50" charset="-128"/>
                <a:cs typeface="Inter" pitchFamily="34" charset="-120"/>
              </a:rPr>
              <a:t>脳内ネットワーク</a:t>
            </a: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が抽出されます。</a:t>
            </a:r>
            <a:endParaRPr lang="en-US" sz="834" dirty="0">
              <a:latin typeface="メイリオ" panose="020B0604030504040204" pitchFamily="50" charset="-128"/>
              <a:ea typeface="メイリオ" panose="020B0604030504040204" pitchFamily="5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3000437"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ネットワーク全体の構造</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1714500" y="976908"/>
            <a:ext cx="5715000" cy="676870"/>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Text 2"/>
          <p:cNvSpPr/>
          <p:nvPr/>
        </p:nvSpPr>
        <p:spPr>
          <a:xfrm>
            <a:off x="1928813" y="1199257"/>
            <a:ext cx="208390" cy="20518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64FFDA"/>
                </a:solidFill>
                <a:latin typeface="メイリオ" panose="020B0604030504040204" pitchFamily="50" charset="-128"/>
                <a:ea typeface="メイリオ" panose="020B0604030504040204" pitchFamily="50" charset="-128"/>
                <a:cs typeface="Space Grotesk" pitchFamily="34" charset="-120"/>
              </a:rPr>
              <a:t>01</a:t>
            </a:r>
            <a:endParaRPr lang="en-US" sz="1193" dirty="0">
              <a:latin typeface="メイリオ" panose="020B0604030504040204" pitchFamily="50" charset="-128"/>
              <a:ea typeface="メイリオ" panose="020B0604030504040204" pitchFamily="50" charset="-128"/>
            </a:endParaRPr>
          </a:p>
        </p:txBody>
      </p:sp>
      <p:pic>
        <p:nvPicPr>
          <p:cNvPr id="6" name="Image 1" descr="preencoded.png"/>
          <p:cNvPicPr>
            <a:picLocks noChangeAspect="1"/>
          </p:cNvPicPr>
          <p:nvPr/>
        </p:nvPicPr>
        <p:blipFill>
          <a:blip r:embed="rId4"/>
          <a:stretch>
            <a:fillRect/>
          </a:stretch>
        </p:blipFill>
        <p:spPr>
          <a:xfrm>
            <a:off x="2446734" y="1206401"/>
            <a:ext cx="250031" cy="200025"/>
          </a:xfrm>
          <a:prstGeom prst="rect">
            <a:avLst/>
          </a:prstGeom>
        </p:spPr>
      </p:pic>
      <p:sp>
        <p:nvSpPr>
          <p:cNvPr id="7" name="Text 3"/>
          <p:cNvSpPr/>
          <p:nvPr/>
        </p:nvSpPr>
        <p:spPr>
          <a:xfrm>
            <a:off x="2928938" y="1119783"/>
            <a:ext cx="1458733"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0F0F0"/>
                </a:solidFill>
                <a:latin typeface="メイリオ" panose="020B0604030504040204" pitchFamily="50" charset="-128"/>
                <a:ea typeface="メイリオ" panose="020B0604030504040204" pitchFamily="50" charset="-128"/>
                <a:cs typeface="Space Grotesk" pitchFamily="34" charset="-120"/>
              </a:rPr>
              <a:t>入力層 (INPUT LAYER)</a:t>
            </a:r>
            <a:endParaRPr lang="en-US" sz="1050" dirty="0">
              <a:latin typeface="メイリオ" panose="020B0604030504040204" pitchFamily="50" charset="-128"/>
              <a:ea typeface="メイリオ" panose="020B0604030504040204" pitchFamily="50" charset="-128"/>
            </a:endParaRPr>
          </a:p>
        </p:txBody>
      </p:sp>
      <p:sp>
        <p:nvSpPr>
          <p:cNvPr id="8" name="Text 4"/>
          <p:cNvSpPr/>
          <p:nvPr/>
        </p:nvSpPr>
        <p:spPr>
          <a:xfrm>
            <a:off x="2928938" y="1341239"/>
            <a:ext cx="2519921"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5つの周波数帯域 (δ, θ, α, β, γ) の特徴量 (DEなど)</a:t>
            </a:r>
            <a:endParaRPr lang="en-US" sz="834" dirty="0">
              <a:latin typeface="メイリオ" panose="020B0604030504040204" pitchFamily="50" charset="-128"/>
              <a:ea typeface="メイリオ" panose="020B0604030504040204" pitchFamily="50" charset="-128"/>
            </a:endParaRPr>
          </a:p>
        </p:txBody>
      </p:sp>
      <p:sp>
        <p:nvSpPr>
          <p:cNvPr id="9" name="Shape 5"/>
          <p:cNvSpPr/>
          <p:nvPr/>
        </p:nvSpPr>
        <p:spPr>
          <a:xfrm>
            <a:off x="1714500" y="1639491"/>
            <a:ext cx="5715000" cy="676870"/>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 name="Text 6"/>
          <p:cNvSpPr/>
          <p:nvPr/>
        </p:nvSpPr>
        <p:spPr>
          <a:xfrm>
            <a:off x="1928813" y="1861840"/>
            <a:ext cx="208390" cy="20518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64FFDA"/>
                </a:solidFill>
                <a:latin typeface="メイリオ" panose="020B0604030504040204" pitchFamily="50" charset="-128"/>
                <a:ea typeface="メイリオ" panose="020B0604030504040204" pitchFamily="50" charset="-128"/>
                <a:cs typeface="Space Grotesk" pitchFamily="34" charset="-120"/>
              </a:rPr>
              <a:t>02</a:t>
            </a:r>
            <a:endParaRPr lang="en-US" sz="1193" dirty="0">
              <a:latin typeface="メイリオ" panose="020B0604030504040204" pitchFamily="50" charset="-128"/>
              <a:ea typeface="メイリオ" panose="020B0604030504040204" pitchFamily="50" charset="-128"/>
            </a:endParaRPr>
          </a:p>
        </p:txBody>
      </p:sp>
      <p:pic>
        <p:nvPicPr>
          <p:cNvPr id="11" name="Image 2" descr="preencoded.png"/>
          <p:cNvPicPr>
            <a:picLocks noChangeAspect="1"/>
          </p:cNvPicPr>
          <p:nvPr/>
        </p:nvPicPr>
        <p:blipFill>
          <a:blip r:embed="rId5"/>
          <a:stretch>
            <a:fillRect/>
          </a:stretch>
        </p:blipFill>
        <p:spPr>
          <a:xfrm>
            <a:off x="2459236" y="1868984"/>
            <a:ext cx="225028" cy="200025"/>
          </a:xfrm>
          <a:prstGeom prst="rect">
            <a:avLst/>
          </a:prstGeom>
        </p:spPr>
      </p:pic>
      <p:sp>
        <p:nvSpPr>
          <p:cNvPr id="12" name="Text 7"/>
          <p:cNvSpPr/>
          <p:nvPr/>
        </p:nvSpPr>
        <p:spPr>
          <a:xfrm>
            <a:off x="2928938" y="1782366"/>
            <a:ext cx="2131994"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0F0F0"/>
                </a:solidFill>
                <a:latin typeface="メイリオ" panose="020B0604030504040204" pitchFamily="50" charset="-128"/>
                <a:ea typeface="メイリオ" panose="020B0604030504040204" pitchFamily="50" charset="-128"/>
                <a:cs typeface="Space Grotesk" pitchFamily="34" charset="-120"/>
              </a:rPr>
              <a:t>グラフ畳み込み層 (GRAPH CONV)</a:t>
            </a:r>
            <a:endParaRPr lang="en-US" sz="1050" dirty="0">
              <a:latin typeface="メイリオ" panose="020B0604030504040204" pitchFamily="50" charset="-128"/>
              <a:ea typeface="メイリオ" panose="020B0604030504040204" pitchFamily="50" charset="-128"/>
            </a:endParaRPr>
          </a:p>
        </p:txBody>
      </p:sp>
      <p:sp>
        <p:nvSpPr>
          <p:cNvPr id="13" name="Text 8"/>
          <p:cNvSpPr/>
          <p:nvPr/>
        </p:nvSpPr>
        <p:spPr>
          <a:xfrm>
            <a:off x="2928938" y="2003822"/>
            <a:ext cx="3295774"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学習可能な隣接行列 </a:t>
            </a:r>
            <a:r>
              <a:rPr lang="en-US" sz="834"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 を用いて、チャンネル間の空間的関係を抽出</a:t>
            </a:r>
            <a:endParaRPr lang="en-US" sz="834" dirty="0">
              <a:latin typeface="メイリオ" panose="020B0604030504040204" pitchFamily="50" charset="-128"/>
              <a:ea typeface="メイリオ" panose="020B0604030504040204" pitchFamily="50" charset="-128"/>
            </a:endParaRPr>
          </a:p>
        </p:txBody>
      </p:sp>
      <p:sp>
        <p:nvSpPr>
          <p:cNvPr id="14" name="Shape 9"/>
          <p:cNvSpPr/>
          <p:nvPr/>
        </p:nvSpPr>
        <p:spPr>
          <a:xfrm>
            <a:off x="1714500" y="2302073"/>
            <a:ext cx="5715000" cy="676870"/>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5" name="Text 10"/>
          <p:cNvSpPr/>
          <p:nvPr/>
        </p:nvSpPr>
        <p:spPr>
          <a:xfrm>
            <a:off x="1928813" y="2524423"/>
            <a:ext cx="208390" cy="20518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64FFDA"/>
                </a:solidFill>
                <a:latin typeface="メイリオ" panose="020B0604030504040204" pitchFamily="50" charset="-128"/>
                <a:ea typeface="メイリオ" panose="020B0604030504040204" pitchFamily="50" charset="-128"/>
                <a:cs typeface="Space Grotesk" pitchFamily="34" charset="-120"/>
              </a:rPr>
              <a:t>03</a:t>
            </a:r>
            <a:endParaRPr lang="en-US" sz="1193" dirty="0">
              <a:latin typeface="メイリオ" panose="020B0604030504040204" pitchFamily="50" charset="-128"/>
              <a:ea typeface="メイリオ" panose="020B0604030504040204" pitchFamily="50" charset="-128"/>
            </a:endParaRPr>
          </a:p>
        </p:txBody>
      </p:sp>
      <p:pic>
        <p:nvPicPr>
          <p:cNvPr id="16" name="Image 3" descr="preencoded.png"/>
          <p:cNvPicPr>
            <a:picLocks noChangeAspect="1"/>
          </p:cNvPicPr>
          <p:nvPr/>
        </p:nvPicPr>
        <p:blipFill>
          <a:blip r:embed="rId6"/>
          <a:stretch>
            <a:fillRect/>
          </a:stretch>
        </p:blipFill>
        <p:spPr>
          <a:xfrm>
            <a:off x="2471738" y="2531566"/>
            <a:ext cx="200025" cy="200025"/>
          </a:xfrm>
          <a:prstGeom prst="rect">
            <a:avLst/>
          </a:prstGeom>
        </p:spPr>
      </p:pic>
      <p:sp>
        <p:nvSpPr>
          <p:cNvPr id="17" name="Text 11"/>
          <p:cNvSpPr/>
          <p:nvPr/>
        </p:nvSpPr>
        <p:spPr>
          <a:xfrm>
            <a:off x="2928938" y="2444948"/>
            <a:ext cx="1865895"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0F0F0"/>
                </a:solidFill>
                <a:latin typeface="メイリオ" panose="020B0604030504040204" pitchFamily="50" charset="-128"/>
                <a:ea typeface="メイリオ" panose="020B0604030504040204" pitchFamily="50" charset="-128"/>
                <a:cs typeface="Space Grotesk" pitchFamily="34" charset="-120"/>
              </a:rPr>
              <a:t>1×1 畳み込み層 (1×1 CONV)</a:t>
            </a:r>
            <a:endParaRPr lang="en-US" sz="1050" dirty="0">
              <a:latin typeface="メイリオ" panose="020B0604030504040204" pitchFamily="50" charset="-128"/>
              <a:ea typeface="メイリオ" panose="020B0604030504040204" pitchFamily="50" charset="-128"/>
            </a:endParaRPr>
          </a:p>
        </p:txBody>
      </p:sp>
      <p:sp>
        <p:nvSpPr>
          <p:cNvPr id="18" name="Text 12"/>
          <p:cNvSpPr/>
          <p:nvPr/>
        </p:nvSpPr>
        <p:spPr>
          <a:xfrm>
            <a:off x="2928938" y="2666405"/>
            <a:ext cx="2362826"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異なる周波数帯域間の情報を統合し、特徴を圧縮</a:t>
            </a:r>
            <a:endParaRPr lang="en-US" sz="834" dirty="0">
              <a:latin typeface="メイリオ" panose="020B0604030504040204" pitchFamily="50" charset="-128"/>
              <a:ea typeface="メイリオ" panose="020B0604030504040204" pitchFamily="50" charset="-128"/>
            </a:endParaRPr>
          </a:p>
        </p:txBody>
      </p:sp>
      <p:sp>
        <p:nvSpPr>
          <p:cNvPr id="19" name="Shape 13"/>
          <p:cNvSpPr/>
          <p:nvPr/>
        </p:nvSpPr>
        <p:spPr>
          <a:xfrm>
            <a:off x="1714500" y="2964656"/>
            <a:ext cx="5715000" cy="676870"/>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 14"/>
          <p:cNvSpPr/>
          <p:nvPr/>
        </p:nvSpPr>
        <p:spPr>
          <a:xfrm>
            <a:off x="1928813" y="3187005"/>
            <a:ext cx="208390" cy="20518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64FFDA"/>
                </a:solidFill>
                <a:latin typeface="メイリオ" panose="020B0604030504040204" pitchFamily="50" charset="-128"/>
                <a:ea typeface="メイリオ" panose="020B0604030504040204" pitchFamily="50" charset="-128"/>
                <a:cs typeface="Space Grotesk" pitchFamily="34" charset="-120"/>
              </a:rPr>
              <a:t>04</a:t>
            </a:r>
            <a:endParaRPr lang="en-US" sz="1193" dirty="0">
              <a:latin typeface="メイリオ" panose="020B0604030504040204" pitchFamily="50" charset="-128"/>
              <a:ea typeface="メイリオ" panose="020B0604030504040204" pitchFamily="50" charset="-128"/>
            </a:endParaRPr>
          </a:p>
        </p:txBody>
      </p:sp>
      <p:pic>
        <p:nvPicPr>
          <p:cNvPr id="21" name="Image 4" descr="preencoded.png"/>
          <p:cNvPicPr>
            <a:picLocks noChangeAspect="1"/>
          </p:cNvPicPr>
          <p:nvPr/>
        </p:nvPicPr>
        <p:blipFill>
          <a:blip r:embed="rId7"/>
          <a:stretch>
            <a:fillRect/>
          </a:stretch>
        </p:blipFill>
        <p:spPr>
          <a:xfrm>
            <a:off x="2446734" y="3194149"/>
            <a:ext cx="250031" cy="200025"/>
          </a:xfrm>
          <a:prstGeom prst="rect">
            <a:avLst/>
          </a:prstGeom>
        </p:spPr>
      </p:pic>
      <p:sp>
        <p:nvSpPr>
          <p:cNvPr id="22" name="Text 15"/>
          <p:cNvSpPr/>
          <p:nvPr/>
        </p:nvSpPr>
        <p:spPr>
          <a:xfrm>
            <a:off x="2928938" y="3107531"/>
            <a:ext cx="1372171"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0F0F0"/>
                </a:solidFill>
                <a:latin typeface="メイリオ" panose="020B0604030504040204" pitchFamily="50" charset="-128"/>
                <a:ea typeface="メイリオ" panose="020B0604030504040204" pitchFamily="50" charset="-128"/>
                <a:cs typeface="Space Grotesk" pitchFamily="34" charset="-120"/>
              </a:rPr>
              <a:t>全結合層 &amp; SOFTMAX</a:t>
            </a:r>
            <a:endParaRPr lang="en-US" sz="1050" dirty="0">
              <a:latin typeface="メイリオ" panose="020B0604030504040204" pitchFamily="50" charset="-128"/>
              <a:ea typeface="メイリオ" panose="020B0604030504040204" pitchFamily="50" charset="-128"/>
            </a:endParaRPr>
          </a:p>
        </p:txBody>
      </p:sp>
      <p:sp>
        <p:nvSpPr>
          <p:cNvPr id="23" name="Text 16"/>
          <p:cNvSpPr/>
          <p:nvPr/>
        </p:nvSpPr>
        <p:spPr>
          <a:xfrm>
            <a:off x="2928938" y="3328988"/>
            <a:ext cx="3904915"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非線形変換を行い、最終的な感情ラベル (Positive / Neutral / Negative) を出力</a:t>
            </a:r>
            <a:endParaRPr lang="en-US" sz="834" dirty="0">
              <a:latin typeface="メイリオ" panose="020B0604030504040204" pitchFamily="50" charset="-128"/>
              <a:ea typeface="メイリオ" panose="020B0604030504040204" pitchFamily="50" charset="-128"/>
            </a:endParaRPr>
          </a:p>
        </p:txBody>
      </p:sp>
      <p:sp>
        <p:nvSpPr>
          <p:cNvPr id="24" name="Shape 17"/>
          <p:cNvSpPr/>
          <p:nvPr/>
        </p:nvSpPr>
        <p:spPr>
          <a:xfrm>
            <a:off x="1714500" y="3841552"/>
            <a:ext cx="5715000" cy="628650"/>
          </a:xfrm>
          <a:prstGeom prst="rect">
            <a:avLst/>
          </a:prstGeom>
          <a:solidFill>
            <a:srgbClr val="64FFDA">
              <a:alpha val="5000"/>
            </a:srgbClr>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Shape 18"/>
          <p:cNvSpPr/>
          <p:nvPr/>
        </p:nvSpPr>
        <p:spPr>
          <a:xfrm>
            <a:off x="1714500" y="3841552"/>
            <a:ext cx="28575" cy="628650"/>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26" name="Image 5" descr="preencoded.png"/>
          <p:cNvPicPr>
            <a:picLocks noChangeAspect="1"/>
          </p:cNvPicPr>
          <p:nvPr/>
        </p:nvPicPr>
        <p:blipFill>
          <a:blip r:embed="rId8"/>
          <a:stretch>
            <a:fillRect/>
          </a:stretch>
        </p:blipFill>
        <p:spPr>
          <a:xfrm>
            <a:off x="1857375" y="4000500"/>
            <a:ext cx="128588" cy="128588"/>
          </a:xfrm>
          <a:prstGeom prst="rect">
            <a:avLst/>
          </a:prstGeom>
        </p:spPr>
      </p:pic>
      <p:sp>
        <p:nvSpPr>
          <p:cNvPr id="27" name="Text 19"/>
          <p:cNvSpPr/>
          <p:nvPr/>
        </p:nvSpPr>
        <p:spPr>
          <a:xfrm>
            <a:off x="2057400" y="3987998"/>
            <a:ext cx="4775346"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DGCNNは、グラフによる「空間的特徴」と、1×1畳み込みによる「周波数的特徴」の両</a:t>
            </a:r>
            <a:endParaRPr lang="en-US" sz="942" dirty="0">
              <a:latin typeface="メイリオ" panose="020B0604030504040204" pitchFamily="50" charset="-128"/>
              <a:ea typeface="メイリオ" panose="020B0604030504040204" pitchFamily="50" charset="-128"/>
            </a:endParaRPr>
          </a:p>
        </p:txBody>
      </p:sp>
      <p:sp>
        <p:nvSpPr>
          <p:cNvPr id="28" name="Text 20"/>
          <p:cNvSpPr/>
          <p:nvPr/>
        </p:nvSpPr>
        <p:spPr>
          <a:xfrm>
            <a:off x="1857375" y="4159448"/>
            <a:ext cx="3125856"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方を効率的に学習するハイブリッド構造を持っています。</a:t>
            </a:r>
            <a:endParaRPr lang="en-US" sz="942" dirty="0">
              <a:latin typeface="メイリオ" panose="020B0604030504040204" pitchFamily="50" charset="-128"/>
              <a:ea typeface="メイリオ" panose="020B0604030504040204" pitchFamily="50"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4942892"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コードで理解する (1) - 隣接行列の定義</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428625" y="905470"/>
            <a:ext cx="5529263" cy="3721894"/>
          </a:xfrm>
          <a:prstGeom prst="rect">
            <a:avLst/>
          </a:prstGeom>
          <a:solidFill>
            <a:srgbClr val="011627"/>
          </a:solidFill>
          <a:ln w="9144">
            <a:solidFill>
              <a:srgbClr val="233554"/>
            </a:solidFill>
            <a:prstDash val="solid"/>
          </a:ln>
        </p:spPr>
        <p:txBody>
          <a:bodyPr/>
          <a:lstStyle/>
          <a:p>
            <a:endParaRPr lang="ja-JP" altLang="en-US"/>
          </a:p>
        </p:txBody>
      </p:sp>
      <p:sp>
        <p:nvSpPr>
          <p:cNvPr id="5" name="Text 2"/>
          <p:cNvSpPr/>
          <p:nvPr/>
        </p:nvSpPr>
        <p:spPr>
          <a:xfrm>
            <a:off x="642938" y="1132284"/>
            <a:ext cx="460772"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import</a:t>
            </a:r>
            <a:endParaRPr lang="en-US" sz="942" dirty="0"/>
          </a:p>
        </p:txBody>
      </p:sp>
      <p:sp>
        <p:nvSpPr>
          <p:cNvPr id="6" name="Text 3"/>
          <p:cNvSpPr/>
          <p:nvPr/>
        </p:nvSpPr>
        <p:spPr>
          <a:xfrm>
            <a:off x="1103709" y="1132284"/>
            <a:ext cx="460772"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torch</a:t>
            </a:r>
            <a:endParaRPr lang="en-US" sz="942" dirty="0"/>
          </a:p>
        </p:txBody>
      </p:sp>
      <p:sp>
        <p:nvSpPr>
          <p:cNvPr id="7" name="Text 4"/>
          <p:cNvSpPr/>
          <p:nvPr/>
        </p:nvSpPr>
        <p:spPr>
          <a:xfrm>
            <a:off x="642938" y="1325166"/>
            <a:ext cx="460772"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import</a:t>
            </a:r>
            <a:endParaRPr lang="en-US" sz="942" dirty="0"/>
          </a:p>
        </p:txBody>
      </p:sp>
      <p:sp>
        <p:nvSpPr>
          <p:cNvPr id="8" name="Text 5"/>
          <p:cNvSpPr/>
          <p:nvPr/>
        </p:nvSpPr>
        <p:spPr>
          <a:xfrm>
            <a:off x="1103709" y="1325166"/>
            <a:ext cx="767953"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torch.nn</a:t>
            </a:r>
            <a:endParaRPr lang="en-US" sz="942" dirty="0"/>
          </a:p>
        </p:txBody>
      </p:sp>
      <p:sp>
        <p:nvSpPr>
          <p:cNvPr id="9" name="Text 6"/>
          <p:cNvSpPr/>
          <p:nvPr/>
        </p:nvSpPr>
        <p:spPr>
          <a:xfrm>
            <a:off x="1871663" y="1325166"/>
            <a:ext cx="153591"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as</a:t>
            </a:r>
            <a:endParaRPr lang="en-US" sz="942" dirty="0"/>
          </a:p>
        </p:txBody>
      </p:sp>
      <p:sp>
        <p:nvSpPr>
          <p:cNvPr id="10" name="Text 7"/>
          <p:cNvSpPr/>
          <p:nvPr/>
        </p:nvSpPr>
        <p:spPr>
          <a:xfrm>
            <a:off x="2025253" y="1325166"/>
            <a:ext cx="230386"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nn</a:t>
            </a:r>
            <a:endParaRPr lang="en-US" sz="942" dirty="0"/>
          </a:p>
        </p:txBody>
      </p:sp>
      <p:sp>
        <p:nvSpPr>
          <p:cNvPr id="11" name="Text 8"/>
          <p:cNvSpPr/>
          <p:nvPr/>
        </p:nvSpPr>
        <p:spPr>
          <a:xfrm>
            <a:off x="642938" y="1710928"/>
            <a:ext cx="383977"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class</a:t>
            </a:r>
            <a:endParaRPr lang="en-US" sz="942" dirty="0"/>
          </a:p>
        </p:txBody>
      </p:sp>
      <p:sp>
        <p:nvSpPr>
          <p:cNvPr id="12" name="Text 9"/>
          <p:cNvSpPr/>
          <p:nvPr/>
        </p:nvSpPr>
        <p:spPr>
          <a:xfrm>
            <a:off x="1103709" y="1710928"/>
            <a:ext cx="1075134"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FFCB6B"/>
                </a:solidFill>
                <a:latin typeface="Fira Code" pitchFamily="34" charset="0"/>
                <a:ea typeface="Fira Code" pitchFamily="34" charset="-122"/>
                <a:cs typeface="Fira Code" pitchFamily="34" charset="-120"/>
              </a:rPr>
              <a:t>GraphConvLayer</a:t>
            </a:r>
            <a:endParaRPr lang="en-US" sz="942" dirty="0"/>
          </a:p>
        </p:txBody>
      </p:sp>
      <p:sp>
        <p:nvSpPr>
          <p:cNvPr id="13" name="Text 10"/>
          <p:cNvSpPr/>
          <p:nvPr/>
        </p:nvSpPr>
        <p:spPr>
          <a:xfrm>
            <a:off x="2178844" y="1710928"/>
            <a:ext cx="921544"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(nn.Module):</a:t>
            </a:r>
            <a:endParaRPr lang="en-US" sz="942" dirty="0"/>
          </a:p>
        </p:txBody>
      </p:sp>
      <p:sp>
        <p:nvSpPr>
          <p:cNvPr id="14" name="Text 11"/>
          <p:cNvSpPr/>
          <p:nvPr/>
        </p:nvSpPr>
        <p:spPr>
          <a:xfrm>
            <a:off x="642938" y="1903809"/>
            <a:ext cx="230386"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def</a:t>
            </a:r>
            <a:endParaRPr lang="en-US" sz="942" dirty="0"/>
          </a:p>
        </p:txBody>
      </p:sp>
      <p:sp>
        <p:nvSpPr>
          <p:cNvPr id="15" name="Text 12"/>
          <p:cNvSpPr/>
          <p:nvPr/>
        </p:nvSpPr>
        <p:spPr>
          <a:xfrm>
            <a:off x="950119" y="1903809"/>
            <a:ext cx="614363"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__init__</a:t>
            </a:r>
            <a:endParaRPr lang="en-US" sz="942" dirty="0"/>
          </a:p>
        </p:txBody>
      </p:sp>
      <p:sp>
        <p:nvSpPr>
          <p:cNvPr id="16" name="Text 13"/>
          <p:cNvSpPr/>
          <p:nvPr/>
        </p:nvSpPr>
        <p:spPr>
          <a:xfrm>
            <a:off x="1564481" y="1903809"/>
            <a:ext cx="3455789"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(self, num_nodes, in_channels, out_channels):</a:t>
            </a:r>
            <a:endParaRPr lang="en-US" sz="942" dirty="0"/>
          </a:p>
        </p:txBody>
      </p:sp>
      <p:sp>
        <p:nvSpPr>
          <p:cNvPr id="17" name="Text 14"/>
          <p:cNvSpPr/>
          <p:nvPr/>
        </p:nvSpPr>
        <p:spPr>
          <a:xfrm>
            <a:off x="642938" y="2096691"/>
            <a:ext cx="383977"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super</a:t>
            </a:r>
            <a:endParaRPr lang="en-US" sz="942" dirty="0"/>
          </a:p>
        </p:txBody>
      </p:sp>
      <p:sp>
        <p:nvSpPr>
          <p:cNvPr id="18" name="Text 15"/>
          <p:cNvSpPr/>
          <p:nvPr/>
        </p:nvSpPr>
        <p:spPr>
          <a:xfrm>
            <a:off x="1026914" y="2096691"/>
            <a:ext cx="998339"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().__init__()</a:t>
            </a:r>
            <a:endParaRPr lang="en-US" sz="942" dirty="0"/>
          </a:p>
        </p:txBody>
      </p:sp>
      <p:sp>
        <p:nvSpPr>
          <p:cNvPr id="19" name="Shape 16"/>
          <p:cNvSpPr/>
          <p:nvPr/>
        </p:nvSpPr>
        <p:spPr>
          <a:xfrm>
            <a:off x="433397" y="2277070"/>
            <a:ext cx="5524491" cy="385763"/>
          </a:xfrm>
          <a:prstGeom prst="rect">
            <a:avLst/>
          </a:prstGeom>
          <a:solidFill>
            <a:srgbClr val="64FFDA">
              <a:alpha val="10000"/>
            </a:srgbClr>
          </a:solidFill>
          <a:ln/>
        </p:spPr>
        <p:txBody>
          <a:bodyPr/>
          <a:lstStyle/>
          <a:p>
            <a:endParaRPr lang="ja-JP" altLang="en-US"/>
          </a:p>
        </p:txBody>
      </p:sp>
      <p:sp>
        <p:nvSpPr>
          <p:cNvPr id="20" name="Shape 17"/>
          <p:cNvSpPr/>
          <p:nvPr/>
        </p:nvSpPr>
        <p:spPr>
          <a:xfrm>
            <a:off x="428625" y="2277070"/>
            <a:ext cx="28575" cy="385763"/>
          </a:xfrm>
          <a:prstGeom prst="rect">
            <a:avLst/>
          </a:prstGeom>
          <a:solidFill>
            <a:srgbClr val="64FFDA"/>
          </a:solidFill>
          <a:ln/>
        </p:spPr>
        <p:txBody>
          <a:bodyPr/>
          <a:lstStyle/>
          <a:p>
            <a:endParaRPr lang="ja-JP" altLang="en-US"/>
          </a:p>
        </p:txBody>
      </p:sp>
      <p:sp>
        <p:nvSpPr>
          <p:cNvPr id="21" name="Text 18"/>
          <p:cNvSpPr/>
          <p:nvPr/>
        </p:nvSpPr>
        <p:spPr>
          <a:xfrm>
            <a:off x="428625" y="2277070"/>
            <a:ext cx="5524491" cy="385763"/>
          </a:xfrm>
          <a:prstGeom prst="rect">
            <a:avLst/>
          </a:prstGeom>
          <a:noFill/>
          <a:ln/>
        </p:spPr>
        <p:txBody>
          <a:bodyPr wrap="square" lIns="255143" tIns="0" rIns="255143" bIns="0" rtlCol="0" anchor="t">
            <a:spAutoFit/>
          </a:bodyPr>
          <a:lstStyle/>
          <a:p>
            <a:pPr marL="0" indent="0" algn="l">
              <a:lnSpc>
                <a:spcPts val="1500"/>
              </a:lnSpc>
              <a:buNone/>
            </a:pPr>
            <a:r>
              <a:rPr lang="en-US" sz="942" i="1" dirty="0">
                <a:solidFill>
                  <a:srgbClr val="637777"/>
                </a:solidFill>
                <a:latin typeface="Fira Code" pitchFamily="34" charset="0"/>
                <a:ea typeface="Fira Code" pitchFamily="34" charset="-122"/>
                <a:cs typeface="Fira Code" pitchFamily="34" charset="-120"/>
              </a:rPr>
              <a:t># 学習可能な隣接行列 W を定義</a:t>
            </a:r>
            <a:r>
              <a:rPr lang="en-US" sz="942" dirty="0">
                <a:solidFill>
                  <a:srgbClr val="D6DEEB"/>
                </a:solidFill>
                <a:latin typeface="Fira Code" pitchFamily="34" charset="0"/>
                <a:ea typeface="Fira Code" pitchFamily="34" charset="-122"/>
                <a:cs typeface="Fira Code" pitchFamily="34" charset="-120"/>
              </a:rPr>
              <a:t>
self.W = nn.Parameter(torch.randn(num_nodes, num_nodes))</a:t>
            </a:r>
            <a:endParaRPr lang="en-US" sz="942" dirty="0"/>
          </a:p>
        </p:txBody>
      </p:sp>
      <p:sp>
        <p:nvSpPr>
          <p:cNvPr id="22" name="Text 19"/>
          <p:cNvSpPr/>
          <p:nvPr/>
        </p:nvSpPr>
        <p:spPr>
          <a:xfrm>
            <a:off x="642938" y="2868216"/>
            <a:ext cx="4070152"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self.theta = nn.Parameter(torch.randn(K, in_channels,</a:t>
            </a:r>
            <a:endParaRPr lang="en-US" sz="942" dirty="0"/>
          </a:p>
        </p:txBody>
      </p:sp>
      <p:sp>
        <p:nvSpPr>
          <p:cNvPr id="23" name="Text 20"/>
          <p:cNvSpPr/>
          <p:nvPr/>
        </p:nvSpPr>
        <p:spPr>
          <a:xfrm>
            <a:off x="642938" y="3061097"/>
            <a:ext cx="1075134"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out_channels))</a:t>
            </a:r>
            <a:endParaRPr lang="en-US" sz="942" dirty="0"/>
          </a:p>
        </p:txBody>
      </p:sp>
      <p:sp>
        <p:nvSpPr>
          <p:cNvPr id="24" name="Text 21"/>
          <p:cNvSpPr/>
          <p:nvPr/>
        </p:nvSpPr>
        <p:spPr>
          <a:xfrm>
            <a:off x="642938" y="3446859"/>
            <a:ext cx="230386"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def</a:t>
            </a:r>
            <a:endParaRPr lang="en-US" sz="942" dirty="0"/>
          </a:p>
        </p:txBody>
      </p:sp>
      <p:sp>
        <p:nvSpPr>
          <p:cNvPr id="25" name="Text 22"/>
          <p:cNvSpPr/>
          <p:nvPr/>
        </p:nvSpPr>
        <p:spPr>
          <a:xfrm>
            <a:off x="950119" y="3446859"/>
            <a:ext cx="537567"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forward</a:t>
            </a:r>
            <a:endParaRPr lang="en-US" sz="942" dirty="0"/>
          </a:p>
        </p:txBody>
      </p:sp>
      <p:sp>
        <p:nvSpPr>
          <p:cNvPr id="26" name="Text 23"/>
          <p:cNvSpPr/>
          <p:nvPr/>
        </p:nvSpPr>
        <p:spPr>
          <a:xfrm>
            <a:off x="1487686" y="3446859"/>
            <a:ext cx="767953"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(self, x):</a:t>
            </a:r>
            <a:endParaRPr lang="en-US" sz="942" dirty="0"/>
          </a:p>
        </p:txBody>
      </p:sp>
      <p:sp>
        <p:nvSpPr>
          <p:cNvPr id="27" name="Text 24"/>
          <p:cNvSpPr/>
          <p:nvPr/>
        </p:nvSpPr>
        <p:spPr>
          <a:xfrm>
            <a:off x="642938" y="3639741"/>
            <a:ext cx="2373511" cy="167878"/>
          </a:xfrm>
          <a:prstGeom prst="rect">
            <a:avLst/>
          </a:prstGeom>
          <a:noFill/>
          <a:ln/>
        </p:spPr>
        <p:txBody>
          <a:bodyPr wrap="none" lIns="0" tIns="0" rIns="0" bIns="0" rtlCol="0" anchor="t">
            <a:spAutoFit/>
          </a:bodyPr>
          <a:lstStyle/>
          <a:p>
            <a:pPr marL="0" indent="0" algn="l">
              <a:lnSpc>
                <a:spcPts val="1500"/>
              </a:lnSpc>
              <a:buNone/>
            </a:pPr>
            <a:r>
              <a:rPr lang="en-US" sz="942" i="1" dirty="0">
                <a:solidFill>
                  <a:srgbClr val="637777"/>
                </a:solidFill>
                <a:latin typeface="Fira Code" pitchFamily="34" charset="0"/>
                <a:ea typeface="Fira Code" pitchFamily="34" charset="-122"/>
                <a:cs typeface="Fira Code" pitchFamily="34" charset="-120"/>
              </a:rPr>
              <a:t># W からラプラシアン L を動的に計算</a:t>
            </a:r>
            <a:endParaRPr lang="en-US" sz="942" dirty="0"/>
          </a:p>
        </p:txBody>
      </p:sp>
      <p:sp>
        <p:nvSpPr>
          <p:cNvPr id="28" name="Text 25"/>
          <p:cNvSpPr/>
          <p:nvPr/>
        </p:nvSpPr>
        <p:spPr>
          <a:xfrm>
            <a:off x="642938" y="3832622"/>
            <a:ext cx="3916561"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D = torch.diag(torch.sum(torch.abs(self.W), dim=1))</a:t>
            </a:r>
            <a:endParaRPr lang="en-US" sz="942" dirty="0"/>
          </a:p>
        </p:txBody>
      </p:sp>
      <p:sp>
        <p:nvSpPr>
          <p:cNvPr id="29" name="Text 26"/>
          <p:cNvSpPr/>
          <p:nvPr/>
        </p:nvSpPr>
        <p:spPr>
          <a:xfrm>
            <a:off x="642938" y="4025503"/>
            <a:ext cx="1075134" cy="16787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L = D - self.W</a:t>
            </a:r>
            <a:endParaRPr lang="en-US" sz="942" dirty="0"/>
          </a:p>
        </p:txBody>
      </p:sp>
      <p:sp>
        <p:nvSpPr>
          <p:cNvPr id="30" name="Text 27"/>
          <p:cNvSpPr/>
          <p:nvPr/>
        </p:nvSpPr>
        <p:spPr>
          <a:xfrm>
            <a:off x="642938" y="4218384"/>
            <a:ext cx="1371600" cy="167878"/>
          </a:xfrm>
          <a:prstGeom prst="rect">
            <a:avLst/>
          </a:prstGeom>
          <a:noFill/>
          <a:ln/>
        </p:spPr>
        <p:txBody>
          <a:bodyPr wrap="none" lIns="0" tIns="0" rIns="0" bIns="0" rtlCol="0" anchor="t">
            <a:spAutoFit/>
          </a:bodyPr>
          <a:lstStyle/>
          <a:p>
            <a:pPr marL="0" indent="0" algn="l">
              <a:lnSpc>
                <a:spcPts val="1500"/>
              </a:lnSpc>
              <a:buNone/>
            </a:pPr>
            <a:r>
              <a:rPr lang="en-US" sz="942" i="1" dirty="0">
                <a:solidFill>
                  <a:srgbClr val="637777"/>
                </a:solidFill>
                <a:latin typeface="Fira Code" pitchFamily="34" charset="0"/>
                <a:ea typeface="Fira Code" pitchFamily="34" charset="-122"/>
                <a:cs typeface="Fira Code" pitchFamily="34" charset="-120"/>
              </a:rPr>
              <a:t># ... 畳み込み計算へ</a:t>
            </a:r>
            <a:endParaRPr lang="en-US" sz="942" dirty="0"/>
          </a:p>
        </p:txBody>
      </p:sp>
      <p:sp>
        <p:nvSpPr>
          <p:cNvPr id="31" name="Shape 28"/>
          <p:cNvSpPr/>
          <p:nvPr/>
        </p:nvSpPr>
        <p:spPr>
          <a:xfrm>
            <a:off x="6167428" y="905470"/>
            <a:ext cx="2547947" cy="951514"/>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32" name="Shape 29"/>
          <p:cNvSpPr/>
          <p:nvPr/>
        </p:nvSpPr>
        <p:spPr>
          <a:xfrm>
            <a:off x="6167428" y="905470"/>
            <a:ext cx="2547947" cy="14288"/>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Text 30"/>
          <p:cNvSpPr/>
          <p:nvPr/>
        </p:nvSpPr>
        <p:spPr>
          <a:xfrm>
            <a:off x="6281728" y="1019770"/>
            <a:ext cx="1351332"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64FFDA"/>
                </a:solidFill>
                <a:latin typeface="メイリオ" panose="020B0604030504040204" pitchFamily="50" charset="-128"/>
                <a:ea typeface="メイリオ" panose="020B0604030504040204" pitchFamily="50" charset="-128"/>
                <a:cs typeface="Space Grotesk" pitchFamily="34" charset="-120"/>
              </a:rPr>
              <a:t>NN.PARAMETER の役割</a:t>
            </a:r>
            <a:endParaRPr lang="en-US" sz="942" dirty="0">
              <a:latin typeface="メイリオ" panose="020B0604030504040204" pitchFamily="50" charset="-128"/>
              <a:ea typeface="メイリオ" panose="020B0604030504040204" pitchFamily="50" charset="-128"/>
            </a:endParaRPr>
          </a:p>
        </p:txBody>
      </p:sp>
      <p:sp>
        <p:nvSpPr>
          <p:cNvPr id="34" name="Text 31"/>
          <p:cNvSpPr/>
          <p:nvPr/>
        </p:nvSpPr>
        <p:spPr>
          <a:xfrm>
            <a:off x="6281728" y="1248370"/>
            <a:ext cx="2319347" cy="490584"/>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隣接行列 </a:t>
            </a:r>
            <a:r>
              <a:rPr lang="en-US" sz="834"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 を `nn.Parameter` として定義することで、PyTorchの最適化対象（重み）として認識され、自動的に更新されます。</a:t>
            </a:r>
            <a:endParaRPr lang="en-US" sz="834" dirty="0">
              <a:latin typeface="メイリオ" panose="020B0604030504040204" pitchFamily="50" charset="-128"/>
              <a:ea typeface="メイリオ" panose="020B0604030504040204" pitchFamily="50" charset="-128"/>
            </a:endParaRPr>
          </a:p>
        </p:txBody>
      </p:sp>
      <p:sp>
        <p:nvSpPr>
          <p:cNvPr id="35" name="Shape 32"/>
          <p:cNvSpPr/>
          <p:nvPr/>
        </p:nvSpPr>
        <p:spPr>
          <a:xfrm>
            <a:off x="6167428" y="1985572"/>
            <a:ext cx="2547947" cy="951514"/>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Shape 33"/>
          <p:cNvSpPr/>
          <p:nvPr/>
        </p:nvSpPr>
        <p:spPr>
          <a:xfrm>
            <a:off x="6167428" y="1985572"/>
            <a:ext cx="2547947" cy="14288"/>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 34"/>
          <p:cNvSpPr/>
          <p:nvPr/>
        </p:nvSpPr>
        <p:spPr>
          <a:xfrm>
            <a:off x="6281728" y="2099872"/>
            <a:ext cx="1322478"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64FFDA"/>
                </a:solidFill>
                <a:latin typeface="メイリオ" panose="020B0604030504040204" pitchFamily="50" charset="-128"/>
                <a:ea typeface="メイリオ" panose="020B0604030504040204" pitchFamily="50" charset="-128"/>
                <a:cs typeface="Space Grotesk" pitchFamily="34" charset="-120"/>
              </a:rPr>
              <a:t>動的なラプラシアン計算</a:t>
            </a:r>
            <a:endParaRPr lang="en-US" sz="942" dirty="0">
              <a:latin typeface="メイリオ" panose="020B0604030504040204" pitchFamily="50" charset="-128"/>
              <a:ea typeface="メイリオ" panose="020B0604030504040204" pitchFamily="50" charset="-128"/>
            </a:endParaRPr>
          </a:p>
        </p:txBody>
      </p:sp>
      <p:sp>
        <p:nvSpPr>
          <p:cNvPr id="38" name="Text 35"/>
          <p:cNvSpPr/>
          <p:nvPr/>
        </p:nvSpPr>
        <p:spPr>
          <a:xfrm>
            <a:off x="6281728" y="2328472"/>
            <a:ext cx="2319347" cy="490584"/>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`forward` 関数内で毎回 </a:t>
            </a:r>
            <a:r>
              <a:rPr lang="en-US" sz="834" dirty="0">
                <a:solidFill>
                  <a:srgbClr val="64FFDA"/>
                </a:solidFill>
                <a:latin typeface="メイリオ" panose="020B0604030504040204" pitchFamily="50" charset="-128"/>
                <a:ea typeface="メイリオ" panose="020B0604030504040204" pitchFamily="50" charset="-128"/>
                <a:cs typeface="Inter" pitchFamily="34" charset="-120"/>
              </a:rPr>
              <a:t>L = D - W</a:t>
            </a: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 を計算することで、更新された </a:t>
            </a:r>
            <a:r>
              <a:rPr lang="en-US" sz="834"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 に基づいた最新のグラフ構造で畳み込みが行われます。</a:t>
            </a:r>
            <a:endParaRPr lang="en-US" sz="834" dirty="0">
              <a:latin typeface="メイリオ" panose="020B0604030504040204" pitchFamily="50" charset="-128"/>
              <a:ea typeface="メイリオ" panose="020B0604030504040204" pitchFamily="50"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4670125"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コードで理解する (2) - 学習プロセス</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428625" y="976908"/>
            <a:ext cx="4800600" cy="3084593"/>
          </a:xfrm>
          <a:prstGeom prst="rect">
            <a:avLst/>
          </a:prstGeom>
          <a:solidFill>
            <a:srgbClr val="011627"/>
          </a:solidFill>
          <a:ln w="9144">
            <a:solidFill>
              <a:srgbClr val="233554"/>
            </a:solidFill>
            <a:prstDash val="solid"/>
          </a:ln>
        </p:spPr>
        <p:txBody>
          <a:bodyPr/>
          <a:lstStyle/>
          <a:p>
            <a:endParaRPr lang="ja-JP" altLang="en-US"/>
          </a:p>
        </p:txBody>
      </p:sp>
      <p:sp>
        <p:nvSpPr>
          <p:cNvPr id="5" name="Text 2"/>
          <p:cNvSpPr/>
          <p:nvPr/>
        </p:nvSpPr>
        <p:spPr>
          <a:xfrm>
            <a:off x="428625" y="976908"/>
            <a:ext cx="4800600" cy="2233112"/>
          </a:xfrm>
          <a:prstGeom prst="rect">
            <a:avLst/>
          </a:prstGeom>
          <a:noFill/>
          <a:ln/>
        </p:spPr>
        <p:txBody>
          <a:bodyPr wrap="square" lIns="255143" tIns="255143" rIns="255143" bIns="255143" rtlCol="0" anchor="t">
            <a:spAutoFit/>
          </a:bodyPr>
          <a:lstStyle/>
          <a:p>
            <a:pPr marL="0" indent="0" algn="l">
              <a:lnSpc>
                <a:spcPts val="1500"/>
              </a:lnSpc>
              <a:buNone/>
            </a:pPr>
            <a:r>
              <a:rPr lang="en-US" sz="942" i="1" dirty="0">
                <a:solidFill>
                  <a:srgbClr val="637777"/>
                </a:solidFill>
                <a:latin typeface="Fira Code" pitchFamily="34" charset="0"/>
                <a:ea typeface="Fira Code" pitchFamily="34" charset="-122"/>
                <a:cs typeface="Fira Code" pitchFamily="34" charset="-120"/>
              </a:rPr>
              <a:t># </a:t>
            </a:r>
            <a:r>
              <a:rPr lang="en-US" sz="942" i="1" dirty="0" err="1">
                <a:solidFill>
                  <a:srgbClr val="637777"/>
                </a:solidFill>
                <a:latin typeface="Fira Code" pitchFamily="34" charset="0"/>
                <a:ea typeface="Fira Code" pitchFamily="34" charset="-122"/>
                <a:cs typeface="Fira Code" pitchFamily="34" charset="-120"/>
              </a:rPr>
              <a:t>オプティマイザの設定</a:t>
            </a:r>
            <a:r>
              <a:rPr lang="en-US" sz="942" dirty="0">
                <a:solidFill>
                  <a:srgbClr val="D6DEEB"/>
                </a:solidFill>
                <a:latin typeface="Fira Code" pitchFamily="34" charset="0"/>
                <a:ea typeface="Fira Code" pitchFamily="34" charset="-122"/>
                <a:cs typeface="Fira Code" pitchFamily="34" charset="-120"/>
              </a:rPr>
              <a:t> optimizer=</a:t>
            </a:r>
            <a:r>
              <a:rPr lang="en-US" sz="942" dirty="0" err="1">
                <a:solidFill>
                  <a:srgbClr val="D6DEEB"/>
                </a:solidFill>
                <a:latin typeface="Fira Code" pitchFamily="34" charset="0"/>
                <a:ea typeface="Fira Code" pitchFamily="34" charset="-122"/>
                <a:cs typeface="Fira Code" pitchFamily="34" charset="-120"/>
              </a:rPr>
              <a:t>torch.optim.</a:t>
            </a:r>
            <a:r>
              <a:rPr lang="en-US" sz="942" dirty="0" err="1">
                <a:solidFill>
                  <a:srgbClr val="82AAFF"/>
                </a:solidFill>
                <a:latin typeface="Fira Code" pitchFamily="34" charset="0"/>
                <a:ea typeface="Fira Code" pitchFamily="34" charset="-122"/>
                <a:cs typeface="Fira Code" pitchFamily="34" charset="-120"/>
              </a:rPr>
              <a:t>Adam</a:t>
            </a:r>
            <a:r>
              <a:rPr lang="en-US" sz="942" dirty="0">
                <a:solidFill>
                  <a:srgbClr val="D6DEEB"/>
                </a:solidFill>
                <a:latin typeface="Fira Code" pitchFamily="34" charset="0"/>
                <a:ea typeface="Fira Code" pitchFamily="34" charset="-122"/>
                <a:cs typeface="Fira Code" pitchFamily="34" charset="-120"/>
              </a:rPr>
              <a:t>(model.</a:t>
            </a:r>
            <a:r>
              <a:rPr lang="en-US" sz="942" dirty="0">
                <a:solidFill>
                  <a:srgbClr val="82AAFF"/>
                </a:solidFill>
                <a:latin typeface="Fira Code" pitchFamily="34" charset="0"/>
                <a:ea typeface="Fira Code" pitchFamily="34" charset="-122"/>
                <a:cs typeface="Fira Code" pitchFamily="34" charset="-120"/>
              </a:rPr>
              <a:t>parameters</a:t>
            </a:r>
            <a:r>
              <a:rPr lang="en-US" sz="942" dirty="0">
                <a:solidFill>
                  <a:srgbClr val="D6DEEB"/>
                </a:solidFill>
                <a:latin typeface="Fira Code" pitchFamily="34" charset="0"/>
                <a:ea typeface="Fira Code" pitchFamily="34" charset="-122"/>
                <a:cs typeface="Fira Code" pitchFamily="34" charset="-120"/>
              </a:rPr>
              <a:t>(), lr=</a:t>
            </a:r>
            <a:r>
              <a:rPr lang="en-US" sz="942" dirty="0">
                <a:solidFill>
                  <a:srgbClr val="ADDB67"/>
                </a:solidFill>
                <a:latin typeface="Fira Code" pitchFamily="34" charset="0"/>
                <a:ea typeface="Fira Code" pitchFamily="34" charset="-122"/>
                <a:cs typeface="Fira Code" pitchFamily="34" charset="-120"/>
              </a:rPr>
              <a:t>0.01</a:t>
            </a:r>
            <a:r>
              <a:rPr lang="en-US" sz="942" dirty="0">
                <a:solidFill>
                  <a:srgbClr val="D6DEEB"/>
                </a:solidFill>
                <a:latin typeface="Fira Code" pitchFamily="34" charset="0"/>
                <a:ea typeface="Fira Code" pitchFamily="34" charset="-122"/>
                <a:cs typeface="Fira Code" pitchFamily="34" charset="-120"/>
              </a:rPr>
              <a:t>) </a:t>
            </a:r>
          </a:p>
          <a:p>
            <a:pPr marL="0" indent="0" algn="l">
              <a:lnSpc>
                <a:spcPts val="1500"/>
              </a:lnSpc>
              <a:buNone/>
            </a:pPr>
            <a:r>
              <a:rPr lang="en-US" sz="942" dirty="0">
                <a:solidFill>
                  <a:srgbClr val="C792EA"/>
                </a:solidFill>
                <a:latin typeface="Fira Code" pitchFamily="34" charset="0"/>
                <a:ea typeface="Fira Code" pitchFamily="34" charset="-122"/>
                <a:cs typeface="Fira Code" pitchFamily="34" charset="-120"/>
              </a:rPr>
              <a:t>for</a:t>
            </a:r>
            <a:r>
              <a:rPr lang="en-US" sz="942" dirty="0">
                <a:solidFill>
                  <a:srgbClr val="D6DEEB"/>
                </a:solidFill>
                <a:latin typeface="Fira Code" pitchFamily="34" charset="0"/>
                <a:ea typeface="Fira Code" pitchFamily="34" charset="-122"/>
                <a:cs typeface="Fira Code" pitchFamily="34" charset="-120"/>
              </a:rPr>
              <a:t> epoch </a:t>
            </a:r>
            <a:r>
              <a:rPr lang="en-US" sz="942" dirty="0">
                <a:solidFill>
                  <a:srgbClr val="C792EA"/>
                </a:solidFill>
                <a:latin typeface="Fira Code" pitchFamily="34" charset="0"/>
                <a:ea typeface="Fira Code" pitchFamily="34" charset="-122"/>
                <a:cs typeface="Fira Code" pitchFamily="34" charset="-120"/>
              </a:rPr>
              <a:t>in</a:t>
            </a:r>
            <a:r>
              <a:rPr lang="en-US" sz="942" dirty="0">
                <a:solidFill>
                  <a:srgbClr val="D6DEEB"/>
                </a:solidFill>
                <a:latin typeface="Fira Code" pitchFamily="34" charset="0"/>
                <a:ea typeface="Fira Code" pitchFamily="34" charset="-122"/>
                <a:cs typeface="Fira Code" pitchFamily="34" charset="-120"/>
              </a:rPr>
              <a:t> </a:t>
            </a:r>
            <a:r>
              <a:rPr lang="en-US" sz="942" dirty="0">
                <a:solidFill>
                  <a:srgbClr val="82AAFF"/>
                </a:solidFill>
                <a:latin typeface="Fira Code" pitchFamily="34" charset="0"/>
                <a:ea typeface="Fira Code" pitchFamily="34" charset="-122"/>
                <a:cs typeface="Fira Code" pitchFamily="34" charset="-120"/>
              </a:rPr>
              <a:t>range</a:t>
            </a:r>
            <a:r>
              <a:rPr lang="en-US" sz="942" dirty="0">
                <a:solidFill>
                  <a:srgbClr val="D6DEEB"/>
                </a:solidFill>
                <a:latin typeface="Fira Code" pitchFamily="34" charset="0"/>
                <a:ea typeface="Fira Code" pitchFamily="34" charset="-122"/>
                <a:cs typeface="Fira Code" pitchFamily="34" charset="-120"/>
              </a:rPr>
              <a:t>(epochs): </a:t>
            </a:r>
            <a:r>
              <a:rPr lang="en-US" sz="942" i="1" dirty="0">
                <a:solidFill>
                  <a:srgbClr val="637777"/>
                </a:solidFill>
                <a:latin typeface="Fira Code" pitchFamily="34" charset="0"/>
                <a:ea typeface="Fira Code" pitchFamily="34" charset="-122"/>
                <a:cs typeface="Fira Code" pitchFamily="34" charset="-120"/>
              </a:rPr>
              <a:t># 1.順伝播(</a:t>
            </a:r>
            <a:r>
              <a:rPr lang="en-US" sz="942" i="1" dirty="0" err="1">
                <a:solidFill>
                  <a:srgbClr val="637777"/>
                </a:solidFill>
                <a:latin typeface="Fira Code" pitchFamily="34" charset="0"/>
                <a:ea typeface="Fira Code" pitchFamily="34" charset="-122"/>
                <a:cs typeface="Fira Code" pitchFamily="34" charset="-120"/>
              </a:rPr>
              <a:t>Wを用いたグラフ畳み込み</a:t>
            </a:r>
            <a:r>
              <a:rPr lang="en-US" sz="942" i="1" dirty="0">
                <a:solidFill>
                  <a:srgbClr val="637777"/>
                </a:solidFill>
                <a:latin typeface="Fira Code" pitchFamily="34" charset="0"/>
                <a:ea typeface="Fira Code" pitchFamily="34" charset="-122"/>
                <a:cs typeface="Fira Code" pitchFamily="34" charset="-120"/>
              </a:rPr>
              <a:t>)</a:t>
            </a:r>
            <a:endParaRPr lang="en-US" sz="942" i="1" dirty="0">
              <a:solidFill>
                <a:srgbClr val="D6DEEB"/>
              </a:solidFill>
              <a:latin typeface="Fira Code" pitchFamily="34" charset="0"/>
              <a:ea typeface="Fira Code" pitchFamily="34" charset="-122"/>
              <a:cs typeface="Fira Code" pitchFamily="34" charset="-120"/>
            </a:endParaRPr>
          </a:p>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outputs = </a:t>
            </a:r>
            <a:r>
              <a:rPr lang="en-US" sz="942" dirty="0">
                <a:solidFill>
                  <a:srgbClr val="82AAFF"/>
                </a:solidFill>
                <a:latin typeface="Fira Code" pitchFamily="34" charset="0"/>
                <a:ea typeface="Fira Code" pitchFamily="34" charset="-122"/>
                <a:cs typeface="Fira Code" pitchFamily="34" charset="-120"/>
              </a:rPr>
              <a:t>model</a:t>
            </a:r>
            <a:r>
              <a:rPr lang="en-US" sz="942" dirty="0">
                <a:solidFill>
                  <a:srgbClr val="D6DEEB"/>
                </a:solidFill>
                <a:latin typeface="Fira Code" pitchFamily="34" charset="0"/>
                <a:ea typeface="Fira Code" pitchFamily="34" charset="-122"/>
                <a:cs typeface="Fira Code" pitchFamily="34" charset="-120"/>
              </a:rPr>
              <a:t>(inputs) </a:t>
            </a:r>
          </a:p>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loss = </a:t>
            </a:r>
            <a:r>
              <a:rPr lang="en-US" sz="942" dirty="0">
                <a:solidFill>
                  <a:srgbClr val="82AAFF"/>
                </a:solidFill>
                <a:latin typeface="Fira Code" pitchFamily="34" charset="0"/>
                <a:ea typeface="Fira Code" pitchFamily="34" charset="-122"/>
                <a:cs typeface="Fira Code" pitchFamily="34" charset="-120"/>
              </a:rPr>
              <a:t>criterion</a:t>
            </a:r>
            <a:r>
              <a:rPr lang="en-US" sz="942" dirty="0">
                <a:solidFill>
                  <a:srgbClr val="D6DEEB"/>
                </a:solidFill>
                <a:latin typeface="Fira Code" pitchFamily="34" charset="0"/>
                <a:ea typeface="Fira Code" pitchFamily="34" charset="-122"/>
                <a:cs typeface="Fira Code" pitchFamily="34" charset="-120"/>
              </a:rPr>
              <a:t>(outputs, labels) </a:t>
            </a:r>
            <a:r>
              <a:rPr lang="en-US" sz="942" i="1" dirty="0">
                <a:solidFill>
                  <a:srgbClr val="637777"/>
                </a:solidFill>
                <a:latin typeface="Fira Code" pitchFamily="34" charset="0"/>
                <a:ea typeface="Fira Code" pitchFamily="34" charset="-122"/>
                <a:cs typeface="Fira Code" pitchFamily="34" charset="-120"/>
              </a:rPr>
              <a:t># 2. 逆伝播 (勾配の計算)</a:t>
            </a:r>
            <a:r>
              <a:rPr lang="en-US" sz="942" dirty="0">
                <a:solidFill>
                  <a:srgbClr val="D6DEEB"/>
                </a:solidFill>
                <a:latin typeface="Fira Code" pitchFamily="34" charset="0"/>
                <a:ea typeface="Fira Code" pitchFamily="34" charset="-122"/>
                <a:cs typeface="Fira Code" pitchFamily="34" charset="-120"/>
              </a:rPr>
              <a:t> optimizer.</a:t>
            </a:r>
            <a:r>
              <a:rPr lang="en-US" sz="942" dirty="0">
                <a:solidFill>
                  <a:srgbClr val="82AAFF"/>
                </a:solidFill>
                <a:latin typeface="Fira Code" pitchFamily="34" charset="0"/>
                <a:ea typeface="Fira Code" pitchFamily="34" charset="-122"/>
                <a:cs typeface="Fira Code" pitchFamily="34" charset="-120"/>
              </a:rPr>
              <a:t>zero_grad</a:t>
            </a:r>
            <a:r>
              <a:rPr lang="en-US" sz="942" dirty="0">
                <a:solidFill>
                  <a:srgbClr val="D6DEEB"/>
                </a:solidFill>
                <a:latin typeface="Fira Code" pitchFamily="34" charset="0"/>
                <a:ea typeface="Fira Code" pitchFamily="34" charset="-122"/>
                <a:cs typeface="Fira Code" pitchFamily="34" charset="-120"/>
              </a:rPr>
              <a:t>() </a:t>
            </a:r>
          </a:p>
          <a:p>
            <a:pPr marL="0" indent="0" algn="l">
              <a:lnSpc>
                <a:spcPts val="1500"/>
              </a:lnSpc>
              <a:buNone/>
            </a:pPr>
            <a:r>
              <a:rPr lang="en-US" sz="942" dirty="0" err="1">
                <a:solidFill>
                  <a:srgbClr val="D6DEEB"/>
                </a:solidFill>
                <a:latin typeface="Fira Code" pitchFamily="34" charset="0"/>
                <a:ea typeface="Fira Code" pitchFamily="34" charset="-122"/>
                <a:cs typeface="Fira Code" pitchFamily="34" charset="-120"/>
              </a:rPr>
              <a:t>loss.</a:t>
            </a:r>
            <a:r>
              <a:rPr lang="en-US" sz="942" dirty="0" err="1">
                <a:solidFill>
                  <a:srgbClr val="82AAFF"/>
                </a:solidFill>
                <a:latin typeface="Fira Code" pitchFamily="34" charset="0"/>
                <a:ea typeface="Fira Code" pitchFamily="34" charset="-122"/>
                <a:cs typeface="Fira Code" pitchFamily="34" charset="-120"/>
              </a:rPr>
              <a:t>backward</a:t>
            </a:r>
            <a:r>
              <a:rPr lang="en-US" sz="942" dirty="0">
                <a:solidFill>
                  <a:srgbClr val="D6DEEB"/>
                </a:solidFill>
                <a:latin typeface="Fira Code" pitchFamily="34" charset="0"/>
                <a:ea typeface="Fira Code" pitchFamily="34" charset="-122"/>
                <a:cs typeface="Fira Code" pitchFamily="34" charset="-120"/>
              </a:rPr>
              <a:t>() </a:t>
            </a:r>
            <a:r>
              <a:rPr lang="en-US" sz="942" i="1" dirty="0">
                <a:solidFill>
                  <a:srgbClr val="637777"/>
                </a:solidFill>
                <a:latin typeface="Fira Code" pitchFamily="34" charset="0"/>
                <a:ea typeface="Fira Code" pitchFamily="34" charset="-122"/>
                <a:cs typeface="Fira Code" pitchFamily="34" charset="-120"/>
              </a:rPr>
              <a:t># 3. パラメータ更新</a:t>
            </a:r>
            <a:r>
              <a:rPr lang="en-US" sz="942" dirty="0">
                <a:solidFill>
                  <a:srgbClr val="D6DEEB"/>
                </a:solidFill>
                <a:latin typeface="Fira Code" pitchFamily="34" charset="0"/>
                <a:ea typeface="Fira Code" pitchFamily="34" charset="-122"/>
                <a:cs typeface="Fira Code" pitchFamily="34" charset="-120"/>
              </a:rPr>
              <a:t> </a:t>
            </a:r>
            <a:r>
              <a:rPr lang="en-US" sz="942" i="1" dirty="0">
                <a:solidFill>
                  <a:srgbClr val="637777"/>
                </a:solidFill>
                <a:latin typeface="Fira Code" pitchFamily="34" charset="0"/>
                <a:ea typeface="Fira Code" pitchFamily="34" charset="-122"/>
                <a:cs typeface="Fira Code" pitchFamily="34" charset="-120"/>
              </a:rPr>
              <a:t># 重み(theta)と隣接行列(W)</a:t>
            </a:r>
            <a:r>
              <a:rPr lang="en-US" sz="942" i="1" dirty="0" err="1">
                <a:solidFill>
                  <a:srgbClr val="637777"/>
                </a:solidFill>
                <a:latin typeface="Fira Code" pitchFamily="34" charset="0"/>
                <a:ea typeface="Fira Code" pitchFamily="34" charset="-122"/>
                <a:cs typeface="Fira Code" pitchFamily="34" charset="-120"/>
              </a:rPr>
              <a:t>が同時に更新される</a:t>
            </a:r>
            <a:endParaRPr lang="en-US" sz="942" i="1" dirty="0">
              <a:solidFill>
                <a:srgbClr val="637777"/>
              </a:solidFill>
              <a:latin typeface="Fira Code" pitchFamily="34" charset="0"/>
              <a:ea typeface="Fira Code" pitchFamily="34" charset="-122"/>
              <a:cs typeface="Fira Code" pitchFamily="34" charset="-120"/>
            </a:endParaRPr>
          </a:p>
          <a:p>
            <a:pPr marL="0" indent="0" algn="l">
              <a:lnSpc>
                <a:spcPts val="1500"/>
              </a:lnSpc>
              <a:buNone/>
            </a:pPr>
            <a:r>
              <a:rPr lang="en-US" sz="942" dirty="0">
                <a:solidFill>
                  <a:srgbClr val="D6DEEB"/>
                </a:solidFill>
                <a:latin typeface="Fira Code" pitchFamily="34" charset="0"/>
                <a:ea typeface="Fira Code" pitchFamily="34" charset="-122"/>
                <a:cs typeface="Fira Code" pitchFamily="34" charset="-120"/>
              </a:rPr>
              <a:t> optimizer.</a:t>
            </a:r>
            <a:r>
              <a:rPr lang="en-US" sz="942" dirty="0">
                <a:solidFill>
                  <a:srgbClr val="82AAFF"/>
                </a:solidFill>
                <a:latin typeface="Fira Code" pitchFamily="34" charset="0"/>
                <a:ea typeface="Fira Code" pitchFamily="34" charset="-122"/>
                <a:cs typeface="Fira Code" pitchFamily="34" charset="-120"/>
              </a:rPr>
              <a:t>step</a:t>
            </a:r>
            <a:r>
              <a:rPr lang="en-US" sz="942" dirty="0">
                <a:solidFill>
                  <a:srgbClr val="D6DEEB"/>
                </a:solidFill>
                <a:latin typeface="Fira Code" pitchFamily="34" charset="0"/>
                <a:ea typeface="Fira Code" pitchFamily="34" charset="-122"/>
                <a:cs typeface="Fira Code" pitchFamily="34" charset="-120"/>
              </a:rPr>
              <a:t>()</a:t>
            </a:r>
            <a:endParaRPr lang="en-US" sz="942" dirty="0"/>
          </a:p>
        </p:txBody>
      </p:sp>
      <p:sp>
        <p:nvSpPr>
          <p:cNvPr id="6" name="Shape 3"/>
          <p:cNvSpPr/>
          <p:nvPr/>
        </p:nvSpPr>
        <p:spPr>
          <a:xfrm>
            <a:off x="571500" y="869752"/>
            <a:ext cx="828675" cy="128588"/>
          </a:xfrm>
          <a:prstGeom prst="rect">
            <a:avLst/>
          </a:prstGeom>
          <a:solidFill>
            <a:srgbClr val="112240"/>
          </a:solidFill>
          <a:ln w="9144">
            <a:solidFill>
              <a:srgbClr val="233554"/>
            </a:solidFill>
            <a:prstDash val="solid"/>
          </a:ln>
        </p:spPr>
        <p:txBody>
          <a:bodyPr/>
          <a:lstStyle/>
          <a:p>
            <a:endParaRPr lang="ja-JP" altLang="en-US"/>
          </a:p>
        </p:txBody>
      </p:sp>
      <p:sp>
        <p:nvSpPr>
          <p:cNvPr id="7" name="Text 4"/>
          <p:cNvSpPr/>
          <p:nvPr/>
        </p:nvSpPr>
        <p:spPr>
          <a:xfrm>
            <a:off x="571500" y="869752"/>
            <a:ext cx="828675" cy="128588"/>
          </a:xfrm>
          <a:prstGeom prst="rect">
            <a:avLst/>
          </a:prstGeom>
          <a:noFill/>
          <a:ln/>
        </p:spPr>
        <p:txBody>
          <a:bodyPr wrap="none" lIns="102108" tIns="17018" rIns="102108" bIns="17018" rtlCol="0" anchor="t">
            <a:spAutoFit/>
          </a:bodyPr>
          <a:lstStyle/>
          <a:p>
            <a:pPr marL="0" indent="0" algn="l">
              <a:lnSpc>
                <a:spcPts val="1000"/>
              </a:lnSpc>
              <a:buNone/>
            </a:pPr>
            <a:r>
              <a:rPr lang="en-US" sz="621" dirty="0">
                <a:solidFill>
                  <a:srgbClr val="64FFDA"/>
                </a:solidFill>
                <a:latin typeface="Fira Code" pitchFamily="34" charset="0"/>
                <a:ea typeface="Fira Code" pitchFamily="34" charset="-122"/>
                <a:cs typeface="Fira Code" pitchFamily="34" charset="-120"/>
              </a:rPr>
              <a:t>training_loop.py</a:t>
            </a:r>
            <a:endParaRPr lang="en-US" sz="621" dirty="0"/>
          </a:p>
        </p:txBody>
      </p:sp>
      <p:sp>
        <p:nvSpPr>
          <p:cNvPr id="8" name="Shape 5"/>
          <p:cNvSpPr/>
          <p:nvPr/>
        </p:nvSpPr>
        <p:spPr>
          <a:xfrm>
            <a:off x="5514975" y="976908"/>
            <a:ext cx="3200400" cy="1015808"/>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6"/>
          <p:cNvSpPr/>
          <p:nvPr/>
        </p:nvSpPr>
        <p:spPr>
          <a:xfrm>
            <a:off x="5514975" y="976908"/>
            <a:ext cx="28575" cy="1015808"/>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10" name="Image 1" descr="preencoded.png"/>
          <p:cNvPicPr>
            <a:picLocks noChangeAspect="1"/>
          </p:cNvPicPr>
          <p:nvPr/>
        </p:nvPicPr>
        <p:blipFill>
          <a:blip r:embed="rId4"/>
          <a:stretch>
            <a:fillRect/>
          </a:stretch>
        </p:blipFill>
        <p:spPr>
          <a:xfrm>
            <a:off x="5657850" y="1144786"/>
            <a:ext cx="142875" cy="142875"/>
          </a:xfrm>
          <a:prstGeom prst="rect">
            <a:avLst/>
          </a:prstGeom>
        </p:spPr>
      </p:pic>
      <p:sp>
        <p:nvSpPr>
          <p:cNvPr id="11" name="Text 7"/>
          <p:cNvSpPr/>
          <p:nvPr/>
        </p:nvSpPr>
        <p:spPr>
          <a:xfrm>
            <a:off x="5872163" y="1119783"/>
            <a:ext cx="1308050"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64FFDA"/>
                </a:solidFill>
                <a:latin typeface="メイリオ" panose="020B0604030504040204" pitchFamily="50" charset="-128"/>
                <a:ea typeface="メイリオ" panose="020B0604030504040204" pitchFamily="50" charset="-128"/>
                <a:cs typeface="Space Grotesk" pitchFamily="34" charset="-120"/>
              </a:rPr>
              <a:t>自動微分 (Autograd)</a:t>
            </a:r>
            <a:endParaRPr lang="en-US" sz="1050" dirty="0">
              <a:latin typeface="メイリオ" panose="020B0604030504040204" pitchFamily="50" charset="-128"/>
              <a:ea typeface="メイリオ" panose="020B0604030504040204" pitchFamily="50" charset="-128"/>
            </a:endParaRPr>
          </a:p>
        </p:txBody>
      </p:sp>
      <p:sp>
        <p:nvSpPr>
          <p:cNvPr id="12" name="Text 8"/>
          <p:cNvSpPr/>
          <p:nvPr/>
        </p:nvSpPr>
        <p:spPr>
          <a:xfrm>
            <a:off x="5657850" y="1369814"/>
            <a:ext cx="2914650" cy="490584"/>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PyTorchの自動微分機能により、複雑なグラフ畳み込みの数式を意識することなく、</a:t>
            </a:r>
            <a:r>
              <a:rPr lang="en-US" sz="784" b="1" dirty="0">
                <a:solidFill>
                  <a:srgbClr val="F0F0F0"/>
                </a:solidFill>
                <a:latin typeface="メイリオ" panose="020B0604030504040204" pitchFamily="50" charset="-128"/>
                <a:ea typeface="メイリオ" panose="020B0604030504040204" pitchFamily="50" charset="-128"/>
                <a:cs typeface="Inter" pitchFamily="34" charset="-120"/>
              </a:rPr>
              <a:t>隣接行列 W</a:t>
            </a: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 の勾配が自動的に計算されます。</a:t>
            </a:r>
            <a:endParaRPr lang="en-US" sz="834" dirty="0">
              <a:latin typeface="メイリオ" panose="020B0604030504040204" pitchFamily="50" charset="-128"/>
              <a:ea typeface="メイリオ" panose="020B0604030504040204" pitchFamily="50" charset="-128"/>
            </a:endParaRPr>
          </a:p>
        </p:txBody>
      </p:sp>
      <p:sp>
        <p:nvSpPr>
          <p:cNvPr id="13" name="Shape 9"/>
          <p:cNvSpPr/>
          <p:nvPr/>
        </p:nvSpPr>
        <p:spPr>
          <a:xfrm>
            <a:off x="5514975" y="2171309"/>
            <a:ext cx="3200400" cy="855799"/>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Shape 10"/>
          <p:cNvSpPr/>
          <p:nvPr/>
        </p:nvSpPr>
        <p:spPr>
          <a:xfrm>
            <a:off x="5514975" y="2171309"/>
            <a:ext cx="28575" cy="855799"/>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15" name="Image 2" descr="preencoded.png"/>
          <p:cNvPicPr>
            <a:picLocks noChangeAspect="1"/>
          </p:cNvPicPr>
          <p:nvPr/>
        </p:nvPicPr>
        <p:blipFill>
          <a:blip r:embed="rId5"/>
          <a:stretch>
            <a:fillRect/>
          </a:stretch>
        </p:blipFill>
        <p:spPr>
          <a:xfrm>
            <a:off x="5657850" y="2339187"/>
            <a:ext cx="142875" cy="142875"/>
          </a:xfrm>
          <a:prstGeom prst="rect">
            <a:avLst/>
          </a:prstGeom>
        </p:spPr>
      </p:pic>
      <p:sp>
        <p:nvSpPr>
          <p:cNvPr id="16" name="Text 11"/>
          <p:cNvSpPr/>
          <p:nvPr/>
        </p:nvSpPr>
        <p:spPr>
          <a:xfrm>
            <a:off x="5872163" y="2314184"/>
            <a:ext cx="673261"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64FFDA"/>
                </a:solidFill>
                <a:latin typeface="メイリオ" panose="020B0604030504040204" pitchFamily="50" charset="-128"/>
                <a:ea typeface="メイリオ" panose="020B0604030504040204" pitchFamily="50" charset="-128"/>
                <a:cs typeface="Space Grotesk" pitchFamily="34" charset="-120"/>
              </a:rPr>
              <a:t>同時最適化</a:t>
            </a:r>
            <a:endParaRPr lang="en-US" sz="1050" dirty="0">
              <a:latin typeface="メイリオ" panose="020B0604030504040204" pitchFamily="50" charset="-128"/>
              <a:ea typeface="メイリオ" panose="020B0604030504040204" pitchFamily="50" charset="-128"/>
            </a:endParaRPr>
          </a:p>
        </p:txBody>
      </p:sp>
      <p:sp>
        <p:nvSpPr>
          <p:cNvPr id="17" name="Text 12"/>
          <p:cNvSpPr/>
          <p:nvPr/>
        </p:nvSpPr>
        <p:spPr>
          <a:xfrm>
            <a:off x="5657850" y="2564216"/>
            <a:ext cx="2914650" cy="323871"/>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0F0F0"/>
                </a:solidFill>
                <a:latin typeface="メイリオ" panose="020B0604030504040204" pitchFamily="50" charset="-128"/>
                <a:ea typeface="メイリオ" panose="020B0604030504040204" pitchFamily="50" charset="-128"/>
                <a:cs typeface="Inter" pitchFamily="34" charset="-120"/>
              </a:rPr>
              <a:t>optimizer.step()</a:t>
            </a: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 を呼ぶだけで、ネットワークの重みとグラフ構造（つながり）が同時に最適化されます。</a:t>
            </a:r>
            <a:endParaRPr lang="en-US" sz="834" dirty="0">
              <a:latin typeface="メイリオ" panose="020B0604030504040204" pitchFamily="50" charset="-128"/>
              <a:ea typeface="メイリオ" panose="020B0604030504040204" pitchFamily="50" charset="-128"/>
            </a:endParaRPr>
          </a:p>
        </p:txBody>
      </p:sp>
      <p:sp>
        <p:nvSpPr>
          <p:cNvPr id="18" name="Shape 13"/>
          <p:cNvSpPr/>
          <p:nvPr/>
        </p:nvSpPr>
        <p:spPr>
          <a:xfrm>
            <a:off x="5514975" y="3205702"/>
            <a:ext cx="3200400" cy="855799"/>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9" name="Shape 14"/>
          <p:cNvSpPr/>
          <p:nvPr/>
        </p:nvSpPr>
        <p:spPr>
          <a:xfrm>
            <a:off x="5514975" y="3205702"/>
            <a:ext cx="28575" cy="855799"/>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20" name="Image 3" descr="preencoded.png"/>
          <p:cNvPicPr>
            <a:picLocks noChangeAspect="1"/>
          </p:cNvPicPr>
          <p:nvPr/>
        </p:nvPicPr>
        <p:blipFill>
          <a:blip r:embed="rId6"/>
          <a:stretch>
            <a:fillRect/>
          </a:stretch>
        </p:blipFill>
        <p:spPr>
          <a:xfrm>
            <a:off x="5657850" y="3373580"/>
            <a:ext cx="142875" cy="142875"/>
          </a:xfrm>
          <a:prstGeom prst="rect">
            <a:avLst/>
          </a:prstGeom>
        </p:spPr>
      </p:pic>
      <p:sp>
        <p:nvSpPr>
          <p:cNvPr id="21" name="Text 15"/>
          <p:cNvSpPr/>
          <p:nvPr/>
        </p:nvSpPr>
        <p:spPr>
          <a:xfrm>
            <a:off x="5872163" y="3348577"/>
            <a:ext cx="673261"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64FFDA"/>
                </a:solidFill>
                <a:latin typeface="メイリオ" panose="020B0604030504040204" pitchFamily="50" charset="-128"/>
                <a:ea typeface="メイリオ" panose="020B0604030504040204" pitchFamily="50" charset="-128"/>
                <a:cs typeface="Space Grotesk" pitchFamily="34" charset="-120"/>
              </a:rPr>
              <a:t>構造の獲得</a:t>
            </a:r>
            <a:endParaRPr lang="en-US" sz="1050" dirty="0">
              <a:latin typeface="メイリオ" panose="020B0604030504040204" pitchFamily="50" charset="-128"/>
              <a:ea typeface="メイリオ" panose="020B0604030504040204" pitchFamily="50" charset="-128"/>
            </a:endParaRPr>
          </a:p>
        </p:txBody>
      </p:sp>
      <p:sp>
        <p:nvSpPr>
          <p:cNvPr id="22" name="Text 16"/>
          <p:cNvSpPr/>
          <p:nvPr/>
        </p:nvSpPr>
        <p:spPr>
          <a:xfrm>
            <a:off x="5657850" y="3598608"/>
            <a:ext cx="2914650" cy="323871"/>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学習が進むにつれ、感情分類に最も寄与する</a:t>
            </a:r>
            <a:r>
              <a:rPr lang="en-US" sz="784" b="1" dirty="0">
                <a:solidFill>
                  <a:srgbClr val="F0F0F0"/>
                </a:solidFill>
                <a:latin typeface="メイリオ" panose="020B0604030504040204" pitchFamily="50" charset="-128"/>
                <a:ea typeface="メイリオ" panose="020B0604030504040204" pitchFamily="50" charset="-128"/>
                <a:cs typeface="Inter" pitchFamily="34" charset="-120"/>
              </a:rPr>
              <a:t>電極間の機能的なつながり</a:t>
            </a:r>
            <a:r>
              <a:rPr lang="en-US" sz="834" dirty="0">
                <a:solidFill>
                  <a:srgbClr val="8892B0"/>
                </a:solidFill>
                <a:latin typeface="メイリオ" panose="020B0604030504040204" pitchFamily="50" charset="-128"/>
                <a:ea typeface="メイリオ" panose="020B0604030504040204" pitchFamily="50" charset="-128"/>
                <a:cs typeface="Inter" pitchFamily="34" charset="-120"/>
              </a:rPr>
              <a:t>が W として具現化していきます。</a:t>
            </a:r>
            <a:endParaRPr lang="en-US" sz="834" dirty="0">
              <a:latin typeface="メイリオ" panose="020B0604030504040204" pitchFamily="50" charset="-128"/>
              <a:ea typeface="メイリオ" panose="020B0604030504040204" pitchFamily="50"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5178534"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実験結果 - なぜDGCNNが優れているのか</a:t>
            </a:r>
            <a:endParaRPr lang="en-US" sz="2121" dirty="0">
              <a:latin typeface="メイリオ" panose="020B0604030504040204" pitchFamily="50" charset="-128"/>
              <a:ea typeface="メイリオ" panose="020B0604030504040204" pitchFamily="50" charset="-128"/>
            </a:endParaRPr>
          </a:p>
        </p:txBody>
      </p:sp>
      <p:sp>
        <p:nvSpPr>
          <p:cNvPr id="4" name="Text 1"/>
          <p:cNvSpPr/>
          <p:nvPr/>
        </p:nvSpPr>
        <p:spPr>
          <a:xfrm>
            <a:off x="428625" y="976908"/>
            <a:ext cx="2914259" cy="153888"/>
          </a:xfrm>
          <a:prstGeom prst="rect">
            <a:avLst/>
          </a:prstGeom>
          <a:noFill/>
          <a:ln/>
        </p:spPr>
        <p:txBody>
          <a:bodyPr wrap="none" lIns="0" tIns="0" rIns="0" bIns="0" rtlCol="0" anchor="t">
            <a:spAutoFit/>
          </a:bodyPr>
          <a:lstStyle/>
          <a:p>
            <a:pPr marL="0" indent="0" algn="l">
              <a:lnSpc>
                <a:spcPts val="12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SEEDデータセットにおける精度比較 (DE特徴量使用)</a:t>
            </a:r>
            <a:endParaRPr lang="en-US" sz="942" dirty="0">
              <a:latin typeface="メイリオ" panose="020B0604030504040204" pitchFamily="50" charset="-128"/>
              <a:ea typeface="メイリオ" panose="020B0604030504040204" pitchFamily="50" charset="-128"/>
            </a:endParaRPr>
          </a:p>
        </p:txBody>
      </p:sp>
      <p:sp>
        <p:nvSpPr>
          <p:cNvPr id="5" name="Shape 2"/>
          <p:cNvSpPr/>
          <p:nvPr/>
        </p:nvSpPr>
        <p:spPr>
          <a:xfrm>
            <a:off x="428625" y="1362670"/>
            <a:ext cx="4000500" cy="2328863"/>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 name="Shape 3"/>
          <p:cNvSpPr/>
          <p:nvPr/>
        </p:nvSpPr>
        <p:spPr>
          <a:xfrm>
            <a:off x="428625" y="1362670"/>
            <a:ext cx="2148957" cy="460772"/>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 name="Shape 4"/>
          <p:cNvSpPr/>
          <p:nvPr/>
        </p:nvSpPr>
        <p:spPr>
          <a:xfrm>
            <a:off x="428625" y="1816298"/>
            <a:ext cx="2148957" cy="7144"/>
          </a:xfrm>
          <a:prstGeom prst="rect">
            <a:avLst/>
          </a:prstGeom>
          <a:solidFill>
            <a:srgbClr val="233554"/>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8" name="Text 5"/>
          <p:cNvSpPr/>
          <p:nvPr/>
        </p:nvSpPr>
        <p:spPr>
          <a:xfrm>
            <a:off x="428625" y="1344398"/>
            <a:ext cx="2148957" cy="497316"/>
          </a:xfrm>
          <a:prstGeom prst="rect">
            <a:avLst/>
          </a:prstGeom>
          <a:noFill/>
          <a:ln/>
        </p:spPr>
        <p:txBody>
          <a:bodyPr wrap="square" lIns="170053" tIns="170053" rIns="170053" bIns="170053"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Space Grotesk" pitchFamily="34" charset="-120"/>
              </a:rPr>
              <a:t>手法</a:t>
            </a:r>
            <a:endParaRPr lang="en-US" sz="885" dirty="0">
              <a:latin typeface="メイリオ" panose="020B0604030504040204" pitchFamily="50" charset="-128"/>
              <a:ea typeface="メイリオ" panose="020B0604030504040204" pitchFamily="50" charset="-128"/>
            </a:endParaRPr>
          </a:p>
        </p:txBody>
      </p:sp>
      <p:sp>
        <p:nvSpPr>
          <p:cNvPr id="9" name="Shape 6"/>
          <p:cNvSpPr/>
          <p:nvPr/>
        </p:nvSpPr>
        <p:spPr>
          <a:xfrm>
            <a:off x="2577582" y="1362670"/>
            <a:ext cx="1851543" cy="460772"/>
          </a:xfrm>
          <a:prstGeom prst="rect">
            <a:avLst/>
          </a:prstGeom>
          <a:solidFill>
            <a:srgbClr val="1D2D5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 name="Shape 7"/>
          <p:cNvSpPr/>
          <p:nvPr/>
        </p:nvSpPr>
        <p:spPr>
          <a:xfrm>
            <a:off x="2577582" y="1816298"/>
            <a:ext cx="1851543" cy="7144"/>
          </a:xfrm>
          <a:prstGeom prst="rect">
            <a:avLst/>
          </a:prstGeom>
          <a:solidFill>
            <a:srgbClr val="233554"/>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Text 8"/>
          <p:cNvSpPr/>
          <p:nvPr/>
        </p:nvSpPr>
        <p:spPr>
          <a:xfrm>
            <a:off x="2577582" y="1344398"/>
            <a:ext cx="1851543" cy="497316"/>
          </a:xfrm>
          <a:prstGeom prst="rect">
            <a:avLst/>
          </a:prstGeom>
          <a:noFill/>
          <a:ln/>
        </p:spPr>
        <p:txBody>
          <a:bodyPr wrap="square" lIns="170053" tIns="170053" rIns="170053" bIns="170053"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Space Grotesk" pitchFamily="34" charset="-120"/>
              </a:rPr>
              <a:t>精度 (ACCURACY)</a:t>
            </a:r>
            <a:endParaRPr lang="en-US" sz="885" dirty="0">
              <a:latin typeface="メイリオ" panose="020B0604030504040204" pitchFamily="50" charset="-128"/>
              <a:ea typeface="メイリオ" panose="020B0604030504040204" pitchFamily="50" charset="-128"/>
            </a:endParaRPr>
          </a:p>
        </p:txBody>
      </p:sp>
      <p:sp>
        <p:nvSpPr>
          <p:cNvPr id="12" name="Text 9"/>
          <p:cNvSpPr/>
          <p:nvPr/>
        </p:nvSpPr>
        <p:spPr>
          <a:xfrm>
            <a:off x="428625" y="1801598"/>
            <a:ext cx="2148957" cy="497316"/>
          </a:xfrm>
          <a:prstGeom prst="rect">
            <a:avLst/>
          </a:prstGeom>
          <a:noFill/>
          <a:ln/>
        </p:spPr>
        <p:txBody>
          <a:bodyPr wrap="square" lIns="170053" tIns="170053" rIns="170053" bIns="170053"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SVM (従来手法)</a:t>
            </a:r>
            <a:endParaRPr lang="en-US" sz="942" dirty="0">
              <a:latin typeface="メイリオ" panose="020B0604030504040204" pitchFamily="50" charset="-128"/>
              <a:ea typeface="メイリオ" panose="020B0604030504040204" pitchFamily="50" charset="-128"/>
            </a:endParaRPr>
          </a:p>
        </p:txBody>
      </p:sp>
      <p:sp>
        <p:nvSpPr>
          <p:cNvPr id="13" name="Text 10"/>
          <p:cNvSpPr/>
          <p:nvPr/>
        </p:nvSpPr>
        <p:spPr>
          <a:xfrm>
            <a:off x="2577582" y="1801598"/>
            <a:ext cx="1851543" cy="497316"/>
          </a:xfrm>
          <a:prstGeom prst="rect">
            <a:avLst/>
          </a:prstGeom>
          <a:noFill/>
          <a:ln/>
        </p:spPr>
        <p:txBody>
          <a:bodyPr wrap="square" lIns="170053" tIns="170053" rIns="170053" bIns="170053"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83.99%</a:t>
            </a:r>
            <a:endParaRPr lang="en-US" sz="942" dirty="0">
              <a:latin typeface="メイリオ" panose="020B0604030504040204" pitchFamily="50" charset="-128"/>
              <a:ea typeface="メイリオ" panose="020B0604030504040204" pitchFamily="50" charset="-128"/>
            </a:endParaRPr>
          </a:p>
        </p:txBody>
      </p:sp>
      <p:sp>
        <p:nvSpPr>
          <p:cNvPr id="14" name="Text 11"/>
          <p:cNvSpPr/>
          <p:nvPr/>
        </p:nvSpPr>
        <p:spPr>
          <a:xfrm>
            <a:off x="428625" y="2264156"/>
            <a:ext cx="2148957" cy="497316"/>
          </a:xfrm>
          <a:prstGeom prst="rect">
            <a:avLst/>
          </a:prstGeom>
          <a:noFill/>
          <a:ln/>
        </p:spPr>
        <p:txBody>
          <a:bodyPr wrap="square" lIns="170053" tIns="170053" rIns="170053" bIns="170053"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DBN (深層学習)</a:t>
            </a:r>
            <a:endParaRPr lang="en-US" sz="942" dirty="0">
              <a:latin typeface="メイリオ" panose="020B0604030504040204" pitchFamily="50" charset="-128"/>
              <a:ea typeface="メイリオ" panose="020B0604030504040204" pitchFamily="50" charset="-128"/>
            </a:endParaRPr>
          </a:p>
        </p:txBody>
      </p:sp>
      <p:sp>
        <p:nvSpPr>
          <p:cNvPr id="15" name="Text 12"/>
          <p:cNvSpPr/>
          <p:nvPr/>
        </p:nvSpPr>
        <p:spPr>
          <a:xfrm>
            <a:off x="2577582" y="2264156"/>
            <a:ext cx="1851543" cy="497316"/>
          </a:xfrm>
          <a:prstGeom prst="rect">
            <a:avLst/>
          </a:prstGeom>
          <a:noFill/>
          <a:ln/>
        </p:spPr>
        <p:txBody>
          <a:bodyPr wrap="square" lIns="170053" tIns="170053" rIns="170053" bIns="170053"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86.08%</a:t>
            </a:r>
            <a:endParaRPr lang="en-US" sz="942" dirty="0">
              <a:latin typeface="メイリオ" panose="020B0604030504040204" pitchFamily="50" charset="-128"/>
              <a:ea typeface="メイリオ" panose="020B0604030504040204" pitchFamily="50" charset="-128"/>
            </a:endParaRPr>
          </a:p>
        </p:txBody>
      </p:sp>
      <p:sp>
        <p:nvSpPr>
          <p:cNvPr id="16" name="Text 13"/>
          <p:cNvSpPr/>
          <p:nvPr/>
        </p:nvSpPr>
        <p:spPr>
          <a:xfrm>
            <a:off x="428625" y="2728500"/>
            <a:ext cx="2148957" cy="497316"/>
          </a:xfrm>
          <a:prstGeom prst="rect">
            <a:avLst/>
          </a:prstGeom>
          <a:noFill/>
          <a:ln/>
        </p:spPr>
        <p:txBody>
          <a:bodyPr wrap="square" lIns="170053" tIns="170053" rIns="170053" bIns="170053"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GCNN (固定グラフ)</a:t>
            </a:r>
            <a:endParaRPr lang="en-US" sz="942" dirty="0">
              <a:latin typeface="メイリオ" panose="020B0604030504040204" pitchFamily="50" charset="-128"/>
              <a:ea typeface="メイリオ" panose="020B0604030504040204" pitchFamily="50" charset="-128"/>
            </a:endParaRPr>
          </a:p>
        </p:txBody>
      </p:sp>
      <p:sp>
        <p:nvSpPr>
          <p:cNvPr id="17" name="Text 14"/>
          <p:cNvSpPr/>
          <p:nvPr/>
        </p:nvSpPr>
        <p:spPr>
          <a:xfrm>
            <a:off x="2577582" y="2728500"/>
            <a:ext cx="1851543" cy="497316"/>
          </a:xfrm>
          <a:prstGeom prst="rect">
            <a:avLst/>
          </a:prstGeom>
          <a:noFill/>
          <a:ln/>
        </p:spPr>
        <p:txBody>
          <a:bodyPr wrap="square" lIns="170053" tIns="170053" rIns="170053" bIns="170053" rtlCol="0" anchor="ctr">
            <a:spAutoFit/>
          </a:bodyPr>
          <a:lstStyle/>
          <a:p>
            <a:pPr marL="0" indent="0" algn="l">
              <a:lnSpc>
                <a:spcPts val="12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87.40%</a:t>
            </a:r>
            <a:endParaRPr lang="en-US" sz="942" dirty="0">
              <a:latin typeface="メイリオ" panose="020B0604030504040204" pitchFamily="50" charset="-128"/>
              <a:ea typeface="メイリオ" panose="020B0604030504040204" pitchFamily="50" charset="-128"/>
            </a:endParaRPr>
          </a:p>
        </p:txBody>
      </p:sp>
      <p:sp>
        <p:nvSpPr>
          <p:cNvPr id="18" name="Shape 15"/>
          <p:cNvSpPr/>
          <p:nvPr/>
        </p:nvSpPr>
        <p:spPr>
          <a:xfrm>
            <a:off x="428625" y="3209330"/>
            <a:ext cx="4000500" cy="464344"/>
          </a:xfrm>
          <a:prstGeom prst="rect">
            <a:avLst/>
          </a:prstGeom>
          <a:solidFill>
            <a:srgbClr val="64FFDA">
              <a:alpha val="10000"/>
            </a:srgbClr>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9" name="Text 16"/>
          <p:cNvSpPr/>
          <p:nvPr/>
        </p:nvSpPr>
        <p:spPr>
          <a:xfrm>
            <a:off x="428625" y="3192844"/>
            <a:ext cx="2148957" cy="497316"/>
          </a:xfrm>
          <a:prstGeom prst="rect">
            <a:avLst/>
          </a:prstGeom>
          <a:noFill/>
          <a:ln/>
        </p:spPr>
        <p:txBody>
          <a:bodyPr wrap="square" lIns="170053" tIns="170053" rIns="170053" bIns="170053"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DGCNN (動的グラフ)</a:t>
            </a:r>
            <a:endParaRPr lang="en-US" sz="885" dirty="0">
              <a:latin typeface="メイリオ" panose="020B0604030504040204" pitchFamily="50" charset="-128"/>
              <a:ea typeface="メイリオ" panose="020B0604030504040204" pitchFamily="50" charset="-128"/>
            </a:endParaRPr>
          </a:p>
        </p:txBody>
      </p:sp>
      <p:sp>
        <p:nvSpPr>
          <p:cNvPr id="20" name="Text 17"/>
          <p:cNvSpPr/>
          <p:nvPr/>
        </p:nvSpPr>
        <p:spPr>
          <a:xfrm>
            <a:off x="2577582" y="3192844"/>
            <a:ext cx="1851543" cy="497316"/>
          </a:xfrm>
          <a:prstGeom prst="rect">
            <a:avLst/>
          </a:prstGeom>
          <a:noFill/>
          <a:ln/>
        </p:spPr>
        <p:txBody>
          <a:bodyPr wrap="square" lIns="170053" tIns="170053" rIns="170053" bIns="170053" rtlCol="0" anchor="ctr">
            <a:spAutoFit/>
          </a:bodyPr>
          <a:lstStyle/>
          <a:p>
            <a:pPr marL="0" indent="0" algn="l">
              <a:lnSpc>
                <a:spcPts val="12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90.40%</a:t>
            </a:r>
            <a:endParaRPr lang="en-US" sz="885" dirty="0">
              <a:latin typeface="メイリオ" panose="020B0604030504040204" pitchFamily="50" charset="-128"/>
              <a:ea typeface="メイリオ" panose="020B0604030504040204" pitchFamily="50" charset="-128"/>
            </a:endParaRPr>
          </a:p>
        </p:txBody>
      </p:sp>
      <p:sp>
        <p:nvSpPr>
          <p:cNvPr id="21" name="Shape 18"/>
          <p:cNvSpPr/>
          <p:nvPr/>
        </p:nvSpPr>
        <p:spPr>
          <a:xfrm>
            <a:off x="4714875" y="976908"/>
            <a:ext cx="4000500" cy="2943225"/>
          </a:xfrm>
          <a:prstGeom prst="rect">
            <a:avLst/>
          </a:prstGeom>
          <a:solidFill>
            <a:srgbClr val="112240"/>
          </a:solidFill>
          <a:ln w="9144">
            <a:solidFill>
              <a:srgbClr val="233554"/>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22" name="Image 1" descr="preencoded.png"/>
          <p:cNvPicPr>
            <a:picLocks noChangeAspect="1"/>
          </p:cNvPicPr>
          <p:nvPr/>
        </p:nvPicPr>
        <p:blipFill>
          <a:blip r:embed="rId4"/>
          <a:stretch>
            <a:fillRect/>
          </a:stretch>
        </p:blipFill>
        <p:spPr>
          <a:xfrm>
            <a:off x="4929188" y="1191220"/>
            <a:ext cx="3557588" cy="2500313"/>
          </a:xfrm>
          <a:prstGeom prst="rect">
            <a:avLst/>
          </a:prstGeom>
        </p:spPr>
      </p:pic>
      <p:sp>
        <p:nvSpPr>
          <p:cNvPr id="23" name="Shape 19"/>
          <p:cNvSpPr/>
          <p:nvPr/>
        </p:nvSpPr>
        <p:spPr>
          <a:xfrm>
            <a:off x="428625" y="4405908"/>
            <a:ext cx="8286750" cy="671513"/>
          </a:xfrm>
          <a:prstGeom prst="rect">
            <a:avLst/>
          </a:prstGeom>
          <a:solidFill>
            <a:srgbClr val="64FFDA">
              <a:alpha val="5000"/>
            </a:srgbClr>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Shape 20"/>
          <p:cNvSpPr/>
          <p:nvPr/>
        </p:nvSpPr>
        <p:spPr>
          <a:xfrm>
            <a:off x="428625" y="4405908"/>
            <a:ext cx="28575" cy="671513"/>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25" name="Image 2" descr="preencoded.png"/>
          <p:cNvPicPr>
            <a:picLocks noChangeAspect="1"/>
          </p:cNvPicPr>
          <p:nvPr/>
        </p:nvPicPr>
        <p:blipFill>
          <a:blip r:embed="rId5"/>
          <a:stretch>
            <a:fillRect/>
          </a:stretch>
        </p:blipFill>
        <p:spPr>
          <a:xfrm>
            <a:off x="571500" y="4579144"/>
            <a:ext cx="128588" cy="128588"/>
          </a:xfrm>
          <a:prstGeom prst="rect">
            <a:avLst/>
          </a:prstGeom>
        </p:spPr>
      </p:pic>
      <p:sp>
        <p:nvSpPr>
          <p:cNvPr id="26" name="Text 21"/>
          <p:cNvSpPr/>
          <p:nvPr/>
        </p:nvSpPr>
        <p:spPr>
          <a:xfrm>
            <a:off x="807244" y="4566642"/>
            <a:ext cx="274114" cy="178319"/>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考察:</a:t>
            </a:r>
            <a:endParaRPr lang="en-US" sz="885" dirty="0">
              <a:latin typeface="メイリオ" panose="020B0604030504040204" pitchFamily="50" charset="-128"/>
              <a:ea typeface="メイリオ" panose="020B0604030504040204" pitchFamily="50" charset="-128"/>
            </a:endParaRPr>
          </a:p>
        </p:txBody>
      </p:sp>
      <p:sp>
        <p:nvSpPr>
          <p:cNvPr id="27" name="Text 22"/>
          <p:cNvSpPr/>
          <p:nvPr/>
        </p:nvSpPr>
        <p:spPr>
          <a:xfrm>
            <a:off x="1105495" y="4566642"/>
            <a:ext cx="5597686" cy="180562"/>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固定された距離ベースのグラフ（GCNN）よりも、データから学習したグラフ（DGCNN）の方が精度が</a:t>
            </a:r>
            <a:endParaRPr lang="en-US" sz="942" dirty="0">
              <a:latin typeface="メイリオ" panose="020B0604030504040204" pitchFamily="50" charset="-128"/>
              <a:ea typeface="メイリオ" panose="020B0604030504040204" pitchFamily="50" charset="-128"/>
            </a:endParaRPr>
          </a:p>
        </p:txBody>
      </p:sp>
      <p:sp>
        <p:nvSpPr>
          <p:cNvPr id="28" name="Text 23"/>
          <p:cNvSpPr/>
          <p:nvPr/>
        </p:nvSpPr>
        <p:spPr>
          <a:xfrm>
            <a:off x="7231261" y="4566642"/>
            <a:ext cx="434414" cy="178319"/>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3%向上</a:t>
            </a:r>
            <a:endParaRPr lang="en-US" sz="885" dirty="0">
              <a:latin typeface="メイリオ" panose="020B0604030504040204" pitchFamily="50" charset="-128"/>
              <a:ea typeface="メイリオ" panose="020B0604030504040204" pitchFamily="50" charset="-128"/>
            </a:endParaRPr>
          </a:p>
        </p:txBody>
      </p:sp>
      <p:sp>
        <p:nvSpPr>
          <p:cNvPr id="29" name="Text 24"/>
          <p:cNvSpPr/>
          <p:nvPr/>
        </p:nvSpPr>
        <p:spPr>
          <a:xfrm>
            <a:off x="7699177" y="4566642"/>
            <a:ext cx="721351" cy="180562"/>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しました。こ</a:t>
            </a:r>
            <a:endParaRPr lang="en-US" sz="942" dirty="0">
              <a:latin typeface="メイリオ" panose="020B0604030504040204" pitchFamily="50" charset="-128"/>
              <a:ea typeface="メイリオ" panose="020B0604030504040204" pitchFamily="50" charset="-128"/>
            </a:endParaRPr>
          </a:p>
        </p:txBody>
      </p:sp>
      <p:sp>
        <p:nvSpPr>
          <p:cNvPr id="30" name="Text 25"/>
          <p:cNvSpPr/>
          <p:nvPr/>
        </p:nvSpPr>
        <p:spPr>
          <a:xfrm>
            <a:off x="571500" y="4759523"/>
            <a:ext cx="6371937" cy="180562"/>
          </a:xfrm>
          <a:prstGeom prst="rect">
            <a:avLst/>
          </a:prstGeom>
          <a:noFill/>
          <a:ln/>
        </p:spPr>
        <p:txBody>
          <a:bodyPr wrap="none" lIns="0" tIns="0" rIns="0" bIns="0" rtlCol="0" anchor="t">
            <a:spAutoFit/>
          </a:bodyPr>
          <a:lstStyle/>
          <a:p>
            <a:pPr marL="0" indent="0" algn="l">
              <a:lnSpc>
                <a:spcPts val="1500"/>
              </a:lnSpc>
              <a:buNone/>
            </a:pPr>
            <a:r>
              <a:rPr lang="en-US" sz="942" dirty="0">
                <a:solidFill>
                  <a:srgbClr val="CCD6F6"/>
                </a:solidFill>
                <a:latin typeface="メイリオ" panose="020B0604030504040204" pitchFamily="50" charset="-128"/>
                <a:ea typeface="メイリオ" panose="020B0604030504040204" pitchFamily="50" charset="-128"/>
                <a:cs typeface="Inter" pitchFamily="34" charset="-120"/>
              </a:rPr>
              <a:t>れは、感情状態によって変化する脳内の機能的なつながりを、動的グラフが正確に捉えられたことを示唆しています。</a:t>
            </a:r>
            <a:endParaRPr lang="en-US" sz="942" dirty="0">
              <a:latin typeface="メイリオ" panose="020B0604030504040204" pitchFamily="50" charset="-128"/>
              <a:ea typeface="メイリオ" panose="020B0604030504040204" pitchFamily="50"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2454903" cy="359073"/>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64FFDA"/>
                </a:solidFill>
                <a:latin typeface="メイリオ" panose="020B0604030504040204" pitchFamily="50" charset="-128"/>
                <a:ea typeface="メイリオ" panose="020B0604030504040204" pitchFamily="50" charset="-128"/>
                <a:cs typeface="Space Grotesk" pitchFamily="34" charset="-120"/>
              </a:rPr>
              <a:t>まとめと今後の展望</a:t>
            </a:r>
            <a:endParaRPr lang="en-US" sz="2121" dirty="0">
              <a:latin typeface="メイリオ" panose="020B0604030504040204" pitchFamily="50" charset="-128"/>
              <a:ea typeface="メイリオ" panose="020B0604030504040204" pitchFamily="50" charset="-128"/>
            </a:endParaRPr>
          </a:p>
        </p:txBody>
      </p:sp>
      <p:sp>
        <p:nvSpPr>
          <p:cNvPr id="4" name="Shape 1"/>
          <p:cNvSpPr/>
          <p:nvPr/>
        </p:nvSpPr>
        <p:spPr>
          <a:xfrm>
            <a:off x="428625" y="976908"/>
            <a:ext cx="4036219" cy="1074018"/>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Shape 2"/>
          <p:cNvSpPr/>
          <p:nvPr/>
        </p:nvSpPr>
        <p:spPr>
          <a:xfrm>
            <a:off x="428625" y="976908"/>
            <a:ext cx="4036219"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6" name="Image 1" descr="preencoded.png"/>
          <p:cNvPicPr>
            <a:picLocks noChangeAspect="1"/>
          </p:cNvPicPr>
          <p:nvPr/>
        </p:nvPicPr>
        <p:blipFill>
          <a:blip r:embed="rId4"/>
          <a:stretch>
            <a:fillRect/>
          </a:stretch>
        </p:blipFill>
        <p:spPr>
          <a:xfrm>
            <a:off x="600075" y="1176040"/>
            <a:ext cx="157163" cy="157163"/>
          </a:xfrm>
          <a:prstGeom prst="rect">
            <a:avLst/>
          </a:prstGeom>
        </p:spPr>
      </p:pic>
      <p:sp>
        <p:nvSpPr>
          <p:cNvPr id="7" name="Text 3"/>
          <p:cNvSpPr/>
          <p:nvPr/>
        </p:nvSpPr>
        <p:spPr>
          <a:xfrm>
            <a:off x="842963" y="1148358"/>
            <a:ext cx="1043555" cy="192360"/>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64FFDA"/>
                </a:solidFill>
                <a:latin typeface="メイリオ" panose="020B0604030504040204" pitchFamily="50" charset="-128"/>
                <a:ea typeface="メイリオ" panose="020B0604030504040204" pitchFamily="50" charset="-128"/>
                <a:cs typeface="Space Grotesk" pitchFamily="34" charset="-120"/>
              </a:rPr>
              <a:t>空間表現の革新</a:t>
            </a:r>
            <a:endParaRPr lang="en-US" sz="1159" dirty="0">
              <a:latin typeface="メイリオ" panose="020B0604030504040204" pitchFamily="50" charset="-128"/>
              <a:ea typeface="メイリオ" panose="020B0604030504040204" pitchFamily="50" charset="-128"/>
            </a:endParaRPr>
          </a:p>
        </p:txBody>
      </p:sp>
      <p:sp>
        <p:nvSpPr>
          <p:cNvPr id="8" name="Text 4"/>
          <p:cNvSpPr/>
          <p:nvPr/>
        </p:nvSpPr>
        <p:spPr>
          <a:xfrm>
            <a:off x="600075" y="1446609"/>
            <a:ext cx="3693319" cy="39536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EEG電極の非ユークリッド的な配置を、</a:t>
            </a: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グラフ構造</a:t>
            </a: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として直接モデル化することに成功しました。</a:t>
            </a:r>
            <a:endParaRPr lang="en-US" sz="942" dirty="0">
              <a:latin typeface="メイリオ" panose="020B0604030504040204" pitchFamily="50" charset="-128"/>
              <a:ea typeface="メイリオ" panose="020B0604030504040204" pitchFamily="50" charset="-128"/>
            </a:endParaRPr>
          </a:p>
        </p:txBody>
      </p:sp>
      <p:sp>
        <p:nvSpPr>
          <p:cNvPr id="9" name="Shape 5"/>
          <p:cNvSpPr/>
          <p:nvPr/>
        </p:nvSpPr>
        <p:spPr>
          <a:xfrm>
            <a:off x="4679156" y="976908"/>
            <a:ext cx="4036219" cy="1074018"/>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 name="Shape 6"/>
          <p:cNvSpPr/>
          <p:nvPr/>
        </p:nvSpPr>
        <p:spPr>
          <a:xfrm>
            <a:off x="4679156" y="976908"/>
            <a:ext cx="4036219"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11" name="Image 2" descr="preencoded.png"/>
          <p:cNvPicPr>
            <a:picLocks noChangeAspect="1"/>
          </p:cNvPicPr>
          <p:nvPr/>
        </p:nvPicPr>
        <p:blipFill>
          <a:blip r:embed="rId5"/>
          <a:stretch>
            <a:fillRect/>
          </a:stretch>
        </p:blipFill>
        <p:spPr>
          <a:xfrm>
            <a:off x="4850606" y="1176040"/>
            <a:ext cx="157163" cy="157163"/>
          </a:xfrm>
          <a:prstGeom prst="rect">
            <a:avLst/>
          </a:prstGeom>
        </p:spPr>
      </p:pic>
      <p:sp>
        <p:nvSpPr>
          <p:cNvPr id="12" name="Text 7"/>
          <p:cNvSpPr/>
          <p:nvPr/>
        </p:nvSpPr>
        <p:spPr>
          <a:xfrm>
            <a:off x="5093494" y="1148358"/>
            <a:ext cx="1043555" cy="192360"/>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64FFDA"/>
                </a:solidFill>
                <a:latin typeface="メイリオ" panose="020B0604030504040204" pitchFamily="50" charset="-128"/>
                <a:ea typeface="メイリオ" panose="020B0604030504040204" pitchFamily="50" charset="-128"/>
                <a:cs typeface="Space Grotesk" pitchFamily="34" charset="-120"/>
              </a:rPr>
              <a:t>動的な構造学習</a:t>
            </a:r>
            <a:endParaRPr lang="en-US" sz="1159" dirty="0">
              <a:latin typeface="メイリオ" panose="020B0604030504040204" pitchFamily="50" charset="-128"/>
              <a:ea typeface="メイリオ" panose="020B0604030504040204" pitchFamily="50" charset="-128"/>
            </a:endParaRPr>
          </a:p>
        </p:txBody>
      </p:sp>
      <p:sp>
        <p:nvSpPr>
          <p:cNvPr id="13" name="Text 8"/>
          <p:cNvSpPr/>
          <p:nvPr/>
        </p:nvSpPr>
        <p:spPr>
          <a:xfrm>
            <a:off x="4850606" y="1446609"/>
            <a:ext cx="3693319" cy="39536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隣接行列 </a:t>
            </a: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W</a:t>
            </a: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 を学習パラメータとすることで、感情に関連する脳内ネットワークを自動抽出しました。</a:t>
            </a:r>
            <a:endParaRPr lang="en-US" sz="942" dirty="0">
              <a:latin typeface="メイリオ" panose="020B0604030504040204" pitchFamily="50" charset="-128"/>
              <a:ea typeface="メイリオ" panose="020B0604030504040204" pitchFamily="50" charset="-128"/>
            </a:endParaRPr>
          </a:p>
        </p:txBody>
      </p:sp>
      <p:sp>
        <p:nvSpPr>
          <p:cNvPr id="14" name="Shape 9"/>
          <p:cNvSpPr/>
          <p:nvPr/>
        </p:nvSpPr>
        <p:spPr>
          <a:xfrm>
            <a:off x="428625" y="2243807"/>
            <a:ext cx="4036219" cy="1074018"/>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5" name="Shape 10"/>
          <p:cNvSpPr/>
          <p:nvPr/>
        </p:nvSpPr>
        <p:spPr>
          <a:xfrm>
            <a:off x="428625" y="2243807"/>
            <a:ext cx="4036219"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16" name="Image 3" descr="preencoded.png"/>
          <p:cNvPicPr>
            <a:picLocks noChangeAspect="1"/>
          </p:cNvPicPr>
          <p:nvPr/>
        </p:nvPicPr>
        <p:blipFill>
          <a:blip r:embed="rId6"/>
          <a:stretch>
            <a:fillRect/>
          </a:stretch>
        </p:blipFill>
        <p:spPr>
          <a:xfrm>
            <a:off x="600075" y="2442939"/>
            <a:ext cx="117872" cy="157163"/>
          </a:xfrm>
          <a:prstGeom prst="rect">
            <a:avLst/>
          </a:prstGeom>
        </p:spPr>
      </p:pic>
      <p:sp>
        <p:nvSpPr>
          <p:cNvPr id="17" name="Text 11"/>
          <p:cNvSpPr/>
          <p:nvPr/>
        </p:nvSpPr>
        <p:spPr>
          <a:xfrm>
            <a:off x="803672" y="2415257"/>
            <a:ext cx="1043555" cy="192360"/>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64FFDA"/>
                </a:solidFill>
                <a:latin typeface="メイリオ" panose="020B0604030504040204" pitchFamily="50" charset="-128"/>
                <a:ea typeface="メイリオ" panose="020B0604030504040204" pitchFamily="50" charset="-128"/>
                <a:cs typeface="Space Grotesk" pitchFamily="34" charset="-120"/>
              </a:rPr>
              <a:t>計算効率の向上</a:t>
            </a:r>
            <a:endParaRPr lang="en-US" sz="1159" dirty="0">
              <a:latin typeface="メイリオ" panose="020B0604030504040204" pitchFamily="50" charset="-128"/>
              <a:ea typeface="メイリオ" panose="020B0604030504040204" pitchFamily="50" charset="-128"/>
            </a:endParaRPr>
          </a:p>
        </p:txBody>
      </p:sp>
      <p:sp>
        <p:nvSpPr>
          <p:cNvPr id="18" name="Text 12"/>
          <p:cNvSpPr/>
          <p:nvPr/>
        </p:nvSpPr>
        <p:spPr>
          <a:xfrm>
            <a:off x="600075" y="2713509"/>
            <a:ext cx="3693319" cy="395365"/>
          </a:xfrm>
          <a:prstGeom prst="rect">
            <a:avLst/>
          </a:prstGeom>
          <a:noFill/>
          <a:ln/>
        </p:spPr>
        <p:txBody>
          <a:bodyPr wrap="square" lIns="0" tIns="0" rIns="0" bIns="0" rtlCol="0" anchor="t">
            <a:spAutoFit/>
          </a:bodyPr>
          <a:lstStyle/>
          <a:p>
            <a:pPr marL="0" indent="0" algn="l">
              <a:lnSpc>
                <a:spcPts val="1600"/>
              </a:lnSpc>
              <a:buNone/>
            </a:pP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チェビシェフ多項式近似</a:t>
            </a: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により、固有値分解を回避し、高速な学習と推論を実現しました。</a:t>
            </a:r>
            <a:endParaRPr lang="en-US" sz="942" dirty="0">
              <a:latin typeface="メイリオ" panose="020B0604030504040204" pitchFamily="50" charset="-128"/>
              <a:ea typeface="メイリオ" panose="020B0604030504040204" pitchFamily="50" charset="-128"/>
            </a:endParaRPr>
          </a:p>
        </p:txBody>
      </p:sp>
      <p:sp>
        <p:nvSpPr>
          <p:cNvPr id="19" name="Shape 13"/>
          <p:cNvSpPr/>
          <p:nvPr/>
        </p:nvSpPr>
        <p:spPr>
          <a:xfrm>
            <a:off x="4679156" y="2243807"/>
            <a:ext cx="4036219" cy="1074018"/>
          </a:xfrm>
          <a:prstGeom prst="rect">
            <a:avLst/>
          </a:prstGeom>
          <a:solidFill>
            <a:srgbClr val="11224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Shape 14"/>
          <p:cNvSpPr/>
          <p:nvPr/>
        </p:nvSpPr>
        <p:spPr>
          <a:xfrm>
            <a:off x="4679156" y="2243807"/>
            <a:ext cx="4036219" cy="21431"/>
          </a:xfrm>
          <a:prstGeom prst="rect">
            <a:avLst/>
          </a:prstGeom>
          <a:solidFill>
            <a:srgbClr val="64FFDA"/>
          </a:solidFill>
          <a:ln/>
        </p:spPr>
        <p:txBody>
          <a:bodyPr/>
          <a:lstStyle/>
          <a:p>
            <a:endParaRPr lang="ja-JP" altLang="en-US">
              <a:latin typeface="メイリオ" panose="020B0604030504040204" pitchFamily="50" charset="-128"/>
              <a:ea typeface="メイリオ" panose="020B0604030504040204" pitchFamily="50" charset="-128"/>
            </a:endParaRPr>
          </a:p>
        </p:txBody>
      </p:sp>
      <p:pic>
        <p:nvPicPr>
          <p:cNvPr id="21" name="Image 4" descr="preencoded.png"/>
          <p:cNvPicPr>
            <a:picLocks noChangeAspect="1"/>
          </p:cNvPicPr>
          <p:nvPr/>
        </p:nvPicPr>
        <p:blipFill>
          <a:blip r:embed="rId7"/>
          <a:stretch>
            <a:fillRect/>
          </a:stretch>
        </p:blipFill>
        <p:spPr>
          <a:xfrm>
            <a:off x="4850606" y="2442939"/>
            <a:ext cx="157163" cy="157163"/>
          </a:xfrm>
          <a:prstGeom prst="rect">
            <a:avLst/>
          </a:prstGeom>
        </p:spPr>
      </p:pic>
      <p:sp>
        <p:nvSpPr>
          <p:cNvPr id="22" name="Text 15"/>
          <p:cNvSpPr/>
          <p:nvPr/>
        </p:nvSpPr>
        <p:spPr>
          <a:xfrm>
            <a:off x="5093494" y="2415257"/>
            <a:ext cx="894476" cy="192360"/>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64FFDA"/>
                </a:solidFill>
                <a:latin typeface="メイリオ" panose="020B0604030504040204" pitchFamily="50" charset="-128"/>
                <a:ea typeface="メイリオ" panose="020B0604030504040204" pitchFamily="50" charset="-128"/>
                <a:cs typeface="Space Grotesk" pitchFamily="34" charset="-120"/>
              </a:rPr>
              <a:t>高い認識精度</a:t>
            </a:r>
            <a:endParaRPr lang="en-US" sz="1159" dirty="0">
              <a:latin typeface="メイリオ" panose="020B0604030504040204" pitchFamily="50" charset="-128"/>
              <a:ea typeface="メイリオ" panose="020B0604030504040204" pitchFamily="50" charset="-128"/>
            </a:endParaRPr>
          </a:p>
        </p:txBody>
      </p:sp>
      <p:sp>
        <p:nvSpPr>
          <p:cNvPr id="23" name="Text 16"/>
          <p:cNvSpPr/>
          <p:nvPr/>
        </p:nvSpPr>
        <p:spPr>
          <a:xfrm>
            <a:off x="4850606" y="2713509"/>
            <a:ext cx="3693319" cy="39536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SEEDデータセットにおいて、従来手法を大きく上回る </a:t>
            </a:r>
            <a:r>
              <a:rPr lang="en-US" sz="885" b="1" dirty="0">
                <a:solidFill>
                  <a:srgbClr val="64FFDA"/>
                </a:solidFill>
                <a:latin typeface="メイリオ" panose="020B0604030504040204" pitchFamily="50" charset="-128"/>
                <a:ea typeface="メイリオ" panose="020B0604030504040204" pitchFamily="50" charset="-128"/>
                <a:cs typeface="Inter" pitchFamily="34" charset="-120"/>
              </a:rPr>
              <a:t>90.40%</a:t>
            </a:r>
            <a:r>
              <a:rPr lang="en-US" sz="942" dirty="0">
                <a:solidFill>
                  <a:srgbClr val="8892B0"/>
                </a:solidFill>
                <a:latin typeface="メイリオ" panose="020B0604030504040204" pitchFamily="50" charset="-128"/>
                <a:ea typeface="メイリオ" panose="020B0604030504040204" pitchFamily="50" charset="-128"/>
                <a:cs typeface="Inter" pitchFamily="34" charset="-120"/>
              </a:rPr>
              <a:t> の精度を達成しました。</a:t>
            </a:r>
            <a:endParaRPr lang="en-US" sz="942" dirty="0">
              <a:latin typeface="メイリオ" panose="020B0604030504040204" pitchFamily="50" charset="-128"/>
              <a:ea typeface="メイリオ" panose="020B0604030504040204" pitchFamily="50" charset="-128"/>
            </a:endParaRPr>
          </a:p>
        </p:txBody>
      </p:sp>
      <p:sp>
        <p:nvSpPr>
          <p:cNvPr id="24" name="Shape 17"/>
          <p:cNvSpPr/>
          <p:nvPr/>
        </p:nvSpPr>
        <p:spPr>
          <a:xfrm>
            <a:off x="428625" y="3582144"/>
            <a:ext cx="8286750" cy="1235869"/>
          </a:xfrm>
          <a:prstGeom prst="rect">
            <a:avLst/>
          </a:prstGeom>
          <a:solidFill>
            <a:srgbClr val="64FFDA">
              <a:alpha val="5000"/>
            </a:srgbClr>
          </a:solidFill>
          <a:ln w="9144">
            <a:solidFill>
              <a:srgbClr val="64FFDA"/>
            </a:solidFill>
            <a:prstDash val="dash"/>
          </a:ln>
        </p:spPr>
        <p:txBody>
          <a:bodyPr/>
          <a:lstStyle/>
          <a:p>
            <a:endParaRPr lang="ja-JP" altLang="en-US"/>
          </a:p>
        </p:txBody>
      </p:sp>
      <p:pic>
        <p:nvPicPr>
          <p:cNvPr id="25" name="Image 5" descr="preencoded.png"/>
          <p:cNvPicPr>
            <a:picLocks noChangeAspect="1"/>
          </p:cNvPicPr>
          <p:nvPr/>
        </p:nvPicPr>
        <p:blipFill>
          <a:blip r:embed="rId8"/>
          <a:stretch>
            <a:fillRect/>
          </a:stretch>
        </p:blipFill>
        <p:spPr>
          <a:xfrm>
            <a:off x="642938" y="3817888"/>
            <a:ext cx="171450" cy="171450"/>
          </a:xfrm>
          <a:prstGeom prst="rect">
            <a:avLst/>
          </a:prstGeom>
        </p:spPr>
      </p:pic>
      <p:sp>
        <p:nvSpPr>
          <p:cNvPr id="26" name="Text 18"/>
          <p:cNvSpPr/>
          <p:nvPr/>
        </p:nvSpPr>
        <p:spPr>
          <a:xfrm>
            <a:off x="814388" y="3800029"/>
            <a:ext cx="1308050" cy="205184"/>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0F0F0"/>
                </a:solidFill>
                <a:latin typeface="メイリオ" panose="020B0604030504040204" pitchFamily="50" charset="-128"/>
                <a:ea typeface="メイリオ" panose="020B0604030504040204" pitchFamily="50" charset="-128"/>
                <a:cs typeface="Space Grotesk" pitchFamily="34" charset="-120"/>
              </a:rPr>
              <a:t>今後の展望と応用</a:t>
            </a:r>
            <a:endParaRPr lang="en-US" sz="1269" dirty="0">
              <a:latin typeface="メイリオ" panose="020B0604030504040204" pitchFamily="50" charset="-128"/>
              <a:ea typeface="メイリオ" panose="020B0604030504040204" pitchFamily="50" charset="-128"/>
            </a:endParaRPr>
          </a:p>
        </p:txBody>
      </p:sp>
      <p:pic>
        <p:nvPicPr>
          <p:cNvPr id="27" name="Image 6" descr="preencoded.png"/>
          <p:cNvPicPr>
            <a:picLocks noChangeAspect="1"/>
          </p:cNvPicPr>
          <p:nvPr/>
        </p:nvPicPr>
        <p:blipFill>
          <a:blip r:embed="rId9"/>
          <a:stretch>
            <a:fillRect/>
          </a:stretch>
        </p:blipFill>
        <p:spPr>
          <a:xfrm>
            <a:off x="642938" y="4156323"/>
            <a:ext cx="114300" cy="114300"/>
          </a:xfrm>
          <a:prstGeom prst="rect">
            <a:avLst/>
          </a:prstGeom>
        </p:spPr>
      </p:pic>
      <p:sp>
        <p:nvSpPr>
          <p:cNvPr id="28" name="Text 19"/>
          <p:cNvSpPr/>
          <p:nvPr/>
        </p:nvSpPr>
        <p:spPr>
          <a:xfrm>
            <a:off x="828675" y="4135785"/>
            <a:ext cx="537006"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交通流予測</a:t>
            </a:r>
            <a:endParaRPr lang="en-US" sz="834" dirty="0">
              <a:latin typeface="メイリオ" panose="020B0604030504040204" pitchFamily="50" charset="-128"/>
              <a:ea typeface="メイリオ" panose="020B0604030504040204" pitchFamily="50" charset="-128"/>
            </a:endParaRPr>
          </a:p>
        </p:txBody>
      </p:sp>
      <p:pic>
        <p:nvPicPr>
          <p:cNvPr id="29" name="Image 7" descr="preencoded.png"/>
          <p:cNvPicPr>
            <a:picLocks noChangeAspect="1"/>
          </p:cNvPicPr>
          <p:nvPr/>
        </p:nvPicPr>
        <p:blipFill>
          <a:blip r:embed="rId10"/>
          <a:stretch>
            <a:fillRect/>
          </a:stretch>
        </p:blipFill>
        <p:spPr>
          <a:xfrm>
            <a:off x="2643188" y="4156323"/>
            <a:ext cx="142875" cy="114300"/>
          </a:xfrm>
          <a:prstGeom prst="rect">
            <a:avLst/>
          </a:prstGeom>
        </p:spPr>
      </p:pic>
      <p:sp>
        <p:nvSpPr>
          <p:cNvPr id="30" name="Text 20"/>
          <p:cNvSpPr/>
          <p:nvPr/>
        </p:nvSpPr>
        <p:spPr>
          <a:xfrm>
            <a:off x="2857500" y="4135785"/>
            <a:ext cx="428002"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SNS解析</a:t>
            </a:r>
            <a:endParaRPr lang="en-US" sz="834" dirty="0">
              <a:latin typeface="メイリオ" panose="020B0604030504040204" pitchFamily="50" charset="-128"/>
              <a:ea typeface="メイリオ" panose="020B0604030504040204" pitchFamily="50" charset="-128"/>
            </a:endParaRPr>
          </a:p>
        </p:txBody>
      </p:sp>
      <p:pic>
        <p:nvPicPr>
          <p:cNvPr id="31" name="Image 8" descr="preencoded.png"/>
          <p:cNvPicPr>
            <a:picLocks noChangeAspect="1"/>
          </p:cNvPicPr>
          <p:nvPr/>
        </p:nvPicPr>
        <p:blipFill>
          <a:blip r:embed="rId11"/>
          <a:stretch>
            <a:fillRect/>
          </a:stretch>
        </p:blipFill>
        <p:spPr>
          <a:xfrm>
            <a:off x="4643438" y="4156323"/>
            <a:ext cx="128588" cy="114300"/>
          </a:xfrm>
          <a:prstGeom prst="rect">
            <a:avLst/>
          </a:prstGeom>
        </p:spPr>
      </p:pic>
      <p:sp>
        <p:nvSpPr>
          <p:cNvPr id="32" name="Text 21"/>
          <p:cNvSpPr/>
          <p:nvPr/>
        </p:nvSpPr>
        <p:spPr>
          <a:xfrm>
            <a:off x="4843463" y="4135785"/>
            <a:ext cx="537006"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創薬・医療</a:t>
            </a:r>
            <a:endParaRPr lang="en-US" sz="834" dirty="0">
              <a:latin typeface="メイリオ" panose="020B0604030504040204" pitchFamily="50" charset="-128"/>
              <a:ea typeface="メイリオ" panose="020B0604030504040204" pitchFamily="50" charset="-128"/>
            </a:endParaRPr>
          </a:p>
        </p:txBody>
      </p:sp>
      <p:pic>
        <p:nvPicPr>
          <p:cNvPr id="33" name="Image 9" descr="preencoded.png"/>
          <p:cNvPicPr>
            <a:picLocks noChangeAspect="1"/>
          </p:cNvPicPr>
          <p:nvPr/>
        </p:nvPicPr>
        <p:blipFill>
          <a:blip r:embed="rId12"/>
          <a:stretch>
            <a:fillRect/>
          </a:stretch>
        </p:blipFill>
        <p:spPr>
          <a:xfrm>
            <a:off x="6643688" y="4156323"/>
            <a:ext cx="128588" cy="114300"/>
          </a:xfrm>
          <a:prstGeom prst="rect">
            <a:avLst/>
          </a:prstGeom>
        </p:spPr>
      </p:pic>
      <p:sp>
        <p:nvSpPr>
          <p:cNvPr id="34" name="Text 22"/>
          <p:cNvSpPr/>
          <p:nvPr/>
        </p:nvSpPr>
        <p:spPr>
          <a:xfrm>
            <a:off x="6843713" y="4135785"/>
            <a:ext cx="644407" cy="141064"/>
          </a:xfrm>
          <a:prstGeom prst="rect">
            <a:avLst/>
          </a:prstGeom>
          <a:noFill/>
          <a:ln/>
        </p:spPr>
        <p:txBody>
          <a:bodyPr wrap="none" lIns="0" tIns="0" rIns="0" bIns="0" rtlCol="0" anchor="t">
            <a:spAutoFit/>
          </a:bodyPr>
          <a:lstStyle/>
          <a:p>
            <a:pPr marL="0" indent="0" algn="l">
              <a:lnSpc>
                <a:spcPts val="1100"/>
              </a:lnSpc>
              <a:buNone/>
            </a:pPr>
            <a:r>
              <a:rPr lang="en-US" sz="834" dirty="0">
                <a:solidFill>
                  <a:srgbClr val="CCD6F6"/>
                </a:solidFill>
                <a:latin typeface="メイリオ" panose="020B0604030504040204" pitchFamily="50" charset="-128"/>
                <a:ea typeface="メイリオ" panose="020B0604030504040204" pitchFamily="50" charset="-128"/>
                <a:cs typeface="Inter" pitchFamily="34" charset="-120"/>
              </a:rPr>
              <a:t>購買行動予測</a:t>
            </a:r>
            <a:endParaRPr lang="en-US" sz="834" dirty="0">
              <a:latin typeface="メイリオ" panose="020B0604030504040204" pitchFamily="50" charset="-128"/>
              <a:ea typeface="メイリオ" panose="020B0604030504040204" pitchFamily="50" charset="-128"/>
            </a:endParaRPr>
          </a:p>
        </p:txBody>
      </p:sp>
      <p:sp>
        <p:nvSpPr>
          <p:cNvPr id="35" name="Text 23"/>
          <p:cNvSpPr/>
          <p:nvPr/>
        </p:nvSpPr>
        <p:spPr>
          <a:xfrm>
            <a:off x="642938" y="4434036"/>
            <a:ext cx="4897174" cy="141064"/>
          </a:xfrm>
          <a:prstGeom prst="rect">
            <a:avLst/>
          </a:prstGeom>
          <a:noFill/>
          <a:ln/>
        </p:spPr>
        <p:txBody>
          <a:bodyPr wrap="none" lIns="0" tIns="0" rIns="0" bIns="0" rtlCol="0" anchor="t">
            <a:spAutoFit/>
          </a:bodyPr>
          <a:lstStyle/>
          <a:p>
            <a:pPr marL="0" indent="0" algn="l">
              <a:lnSpc>
                <a:spcPts val="1100"/>
              </a:lnSpc>
              <a:buNone/>
            </a:pPr>
            <a:r>
              <a:rPr lang="en-US" sz="834" i="1" dirty="0">
                <a:solidFill>
                  <a:srgbClr val="8892B0"/>
                </a:solidFill>
                <a:latin typeface="メイリオ" panose="020B0604030504040204" pitchFamily="50" charset="-128"/>
                <a:ea typeface="メイリオ" panose="020B0604030504040204" pitchFamily="50" charset="-128"/>
                <a:cs typeface="Inter" pitchFamily="34" charset="-120"/>
              </a:rPr>
              <a:t>DGCNNの「関係性を学習する」アプローチは、構造が未知のあらゆるグラフデータに応用可能です。</a:t>
            </a:r>
            <a:endParaRPr lang="en-US" sz="834" dirty="0">
              <a:latin typeface="メイリオ" panose="020B0604030504040204" pitchFamily="50" charset="-128"/>
              <a:ea typeface="メイリオ" panose="020B0604030504040204" pitchFamily="50"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942</Words>
  <Application>Microsoft Office PowerPoint</Application>
  <PresentationFormat>画面に合わせる (16:9)</PresentationFormat>
  <Paragraphs>220</Paragraphs>
  <Slides>12</Slides>
  <Notes>12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Space Grotesk</vt:lpstr>
      <vt:lpstr>メイリオ</vt:lpstr>
      <vt:lpstr>Arial</vt:lpstr>
      <vt:lpstr>Fira Code</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和之 吉川</cp:lastModifiedBy>
  <cp:revision>1</cp:revision>
  <dcterms:created xsi:type="dcterms:W3CDTF">2026-04-17T14:44:22Z</dcterms:created>
  <dcterms:modified xsi:type="dcterms:W3CDTF">2026-04-17T15:01:58Z</dcterms:modified>
</cp:coreProperties>
</file>